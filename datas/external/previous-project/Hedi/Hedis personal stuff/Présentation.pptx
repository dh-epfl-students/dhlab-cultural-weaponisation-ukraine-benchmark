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3"/>
    <p:sldMasterId id="2147483709" r:id="rId4"/>
    <p:sldMasterId id="2147483710" r:id="rId5"/>
    <p:sldMasterId id="2147483711" r:id="rId6"/>
    <p:sldMasterId id="214748371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Lst>
  <p:sldSz cy="6858000" cx="12192000"/>
  <p:notesSz cx="7559675" cy="10691800"/>
  <p:embeddedFontLst>
    <p:embeddedFont>
      <p:font typeface="Lora"/>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font" Target="fonts/Lora-regular.fntdata"/><Relationship Id="rId21" Type="http://schemas.openxmlformats.org/officeDocument/2006/relationships/slide" Target="slides/slide13.xml"/><Relationship Id="rId24" Type="http://schemas.openxmlformats.org/officeDocument/2006/relationships/font" Target="fonts/Lora-italic.fntdata"/><Relationship Id="rId23" Type="http://schemas.openxmlformats.org/officeDocument/2006/relationships/font" Target="fonts/Lora-bold.fntdata"/><Relationship Id="rId1" Type="http://schemas.openxmlformats.org/officeDocument/2006/relationships/theme" Target="theme/theme5.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1.xml"/><Relationship Id="rId25" Type="http://schemas.openxmlformats.org/officeDocument/2006/relationships/font" Target="fonts/Lora-boldItalic.fntdata"/><Relationship Id="rId5" Type="http://schemas.openxmlformats.org/officeDocument/2006/relationships/slideMaster" Target="slideMasters/slideMaster3.xml"/><Relationship Id="rId6" Type="http://schemas.openxmlformats.org/officeDocument/2006/relationships/slideMaster" Target="slideMasters/slideMaster4.xml"/><Relationship Id="rId7" Type="http://schemas.openxmlformats.org/officeDocument/2006/relationships/slideMaster" Target="slideMasters/slideMaster5.xml"/><Relationship Id="rId8" Type="http://schemas.openxmlformats.org/officeDocument/2006/relationships/notesMaster" Target="notesMasters/notesMaster1.xml"/><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4: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5: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5: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6: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6: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7: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7: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47f4409690_1_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47f4409690_1_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8: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8: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9: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9: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10: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0: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1: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1: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47f4409690_2_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47f4409690_2_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1" name="Shape 11"/>
        <p:cNvGrpSpPr/>
        <p:nvPr/>
      </p:nvGrpSpPr>
      <p:grpSpPr>
        <a:xfrm>
          <a:off x="0" y="0"/>
          <a:ext cx="0" cy="0"/>
          <a:chOff x="0" y="0"/>
          <a:chExt cx="0" cy="0"/>
        </a:xfrm>
      </p:grpSpPr>
      <p:sp>
        <p:nvSpPr>
          <p:cNvPr id="12" name="Google Shape;12;p2"/>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838080" y="365040"/>
            <a:ext cx="10515600" cy="1325520"/>
          </a:xfrm>
          <a:prstGeom prst="rect">
            <a:avLst/>
          </a:prstGeom>
          <a:noFill/>
          <a:ln>
            <a:noFill/>
          </a:ln>
        </p:spPr>
        <p:txBody>
          <a:bodyPr anchorCtr="1"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7" name="Shape 17"/>
        <p:cNvGrpSpPr/>
        <p:nvPr/>
      </p:nvGrpSpPr>
      <p:grpSpPr>
        <a:xfrm>
          <a:off x="0" y="0"/>
          <a:ext cx="0" cy="0"/>
          <a:chOff x="0" y="0"/>
          <a:chExt cx="0" cy="0"/>
        </a:xfrm>
      </p:grpSpPr>
      <p:sp>
        <p:nvSpPr>
          <p:cNvPr id="18" name="Google Shape;18;p4"/>
          <p:cNvSpPr txBox="1"/>
          <p:nvPr>
            <p:ph type="title"/>
          </p:nvPr>
        </p:nvSpPr>
        <p:spPr>
          <a:xfrm>
            <a:off x="838080" y="365040"/>
            <a:ext cx="10515600" cy="1325520"/>
          </a:xfrm>
          <a:prstGeom prst="rect">
            <a:avLst/>
          </a:prstGeom>
          <a:noFill/>
          <a:ln>
            <a:noFill/>
          </a:ln>
        </p:spPr>
        <p:txBody>
          <a:bodyPr anchorCtr="1"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 name="Google Shape;20;p4"/>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1" name="Shape 21"/>
        <p:cNvGrpSpPr/>
        <p:nvPr/>
      </p:nvGrpSpPr>
      <p:grpSpPr>
        <a:xfrm>
          <a:off x="0" y="0"/>
          <a:ext cx="0" cy="0"/>
          <a:chOff x="0" y="0"/>
          <a:chExt cx="0" cy="0"/>
        </a:xfrm>
      </p:grpSpPr>
      <p:sp>
        <p:nvSpPr>
          <p:cNvPr id="22" name="Google Shape;22;p5"/>
          <p:cNvSpPr txBox="1"/>
          <p:nvPr>
            <p:ph type="title"/>
          </p:nvPr>
        </p:nvSpPr>
        <p:spPr>
          <a:xfrm>
            <a:off x="838080" y="365040"/>
            <a:ext cx="10515600" cy="1325520"/>
          </a:xfrm>
          <a:prstGeom prst="rect">
            <a:avLst/>
          </a:prstGeom>
          <a:noFill/>
          <a:ln>
            <a:noFill/>
          </a:ln>
        </p:spPr>
        <p:txBody>
          <a:bodyPr anchorCtr="1"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5"/>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 name="Google Shape;24;p5"/>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 name="Google Shape;25;p5"/>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838080" y="365040"/>
            <a:ext cx="10515600" cy="1325520"/>
          </a:xfrm>
          <a:prstGeom prst="rect">
            <a:avLst/>
          </a:prstGeom>
          <a:noFill/>
          <a:ln>
            <a:noFill/>
          </a:ln>
        </p:spPr>
        <p:txBody>
          <a:bodyPr anchorCtr="1"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6"/>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9" name="Shape 29"/>
        <p:cNvGrpSpPr/>
        <p:nvPr/>
      </p:nvGrpSpPr>
      <p:grpSpPr>
        <a:xfrm>
          <a:off x="0" y="0"/>
          <a:ext cx="0" cy="0"/>
          <a:chOff x="0" y="0"/>
          <a:chExt cx="0" cy="0"/>
        </a:xfrm>
      </p:grpSpPr>
      <p:sp>
        <p:nvSpPr>
          <p:cNvPr id="30" name="Google Shape;30;p7"/>
          <p:cNvSpPr txBox="1"/>
          <p:nvPr>
            <p:ph idx="1" type="subTitle"/>
          </p:nvPr>
        </p:nvSpPr>
        <p:spPr>
          <a:xfrm>
            <a:off x="838080" y="365040"/>
            <a:ext cx="10515600" cy="61455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7"/>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2" name="Shape 32"/>
        <p:cNvGrpSpPr/>
        <p:nvPr/>
      </p:nvGrpSpPr>
      <p:grpSpPr>
        <a:xfrm>
          <a:off x="0" y="0"/>
          <a:ext cx="0" cy="0"/>
          <a:chOff x="0" y="0"/>
          <a:chExt cx="0" cy="0"/>
        </a:xfrm>
      </p:grpSpPr>
      <p:sp>
        <p:nvSpPr>
          <p:cNvPr id="33" name="Google Shape;33;p8"/>
          <p:cNvSpPr txBox="1"/>
          <p:nvPr>
            <p:ph type="title"/>
          </p:nvPr>
        </p:nvSpPr>
        <p:spPr>
          <a:xfrm>
            <a:off x="838080" y="365040"/>
            <a:ext cx="10515600" cy="1325520"/>
          </a:xfrm>
          <a:prstGeom prst="rect">
            <a:avLst/>
          </a:prstGeom>
          <a:noFill/>
          <a:ln>
            <a:noFill/>
          </a:ln>
        </p:spPr>
        <p:txBody>
          <a:bodyPr anchorCtr="1"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8"/>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8"/>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 name="Google Shape;36;p8"/>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 name="Google Shape;37;p8"/>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8" name="Shape 38"/>
        <p:cNvGrpSpPr/>
        <p:nvPr/>
      </p:nvGrpSpPr>
      <p:grpSpPr>
        <a:xfrm>
          <a:off x="0" y="0"/>
          <a:ext cx="0" cy="0"/>
          <a:chOff x="0" y="0"/>
          <a:chExt cx="0" cy="0"/>
        </a:xfrm>
      </p:grpSpPr>
      <p:sp>
        <p:nvSpPr>
          <p:cNvPr id="39" name="Google Shape;39;p9"/>
          <p:cNvSpPr txBox="1"/>
          <p:nvPr>
            <p:ph type="title"/>
          </p:nvPr>
        </p:nvSpPr>
        <p:spPr>
          <a:xfrm>
            <a:off x="838080" y="365040"/>
            <a:ext cx="10515600" cy="1325520"/>
          </a:xfrm>
          <a:prstGeom prst="rect">
            <a:avLst/>
          </a:prstGeom>
          <a:noFill/>
          <a:ln>
            <a:noFill/>
          </a:ln>
        </p:spPr>
        <p:txBody>
          <a:bodyPr anchorCtr="1"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9"/>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 name="Google Shape;41;p9"/>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2" name="Google Shape;42;p9"/>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 name="Google Shape;43;p9"/>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4" name="Shape 44"/>
        <p:cNvGrpSpPr/>
        <p:nvPr/>
      </p:nvGrpSpPr>
      <p:grpSpPr>
        <a:xfrm>
          <a:off x="0" y="0"/>
          <a:ext cx="0" cy="0"/>
          <a:chOff x="0" y="0"/>
          <a:chExt cx="0" cy="0"/>
        </a:xfrm>
      </p:grpSpPr>
      <p:sp>
        <p:nvSpPr>
          <p:cNvPr id="45" name="Google Shape;45;p10"/>
          <p:cNvSpPr txBox="1"/>
          <p:nvPr>
            <p:ph type="title"/>
          </p:nvPr>
        </p:nvSpPr>
        <p:spPr>
          <a:xfrm>
            <a:off x="838080" y="365040"/>
            <a:ext cx="10515600" cy="1325520"/>
          </a:xfrm>
          <a:prstGeom prst="rect">
            <a:avLst/>
          </a:prstGeom>
          <a:noFill/>
          <a:ln>
            <a:noFill/>
          </a:ln>
        </p:spPr>
        <p:txBody>
          <a:bodyPr anchorCtr="1"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0"/>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7" name="Google Shape;47;p10"/>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 name="Google Shape;48;p10"/>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9" name="Google Shape;49;p10"/>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50" name="Shape 50"/>
        <p:cNvGrpSpPr/>
        <p:nvPr/>
      </p:nvGrpSpPr>
      <p:grpSpPr>
        <a:xfrm>
          <a:off x="0" y="0"/>
          <a:ext cx="0" cy="0"/>
          <a:chOff x="0" y="0"/>
          <a:chExt cx="0" cy="0"/>
        </a:xfrm>
      </p:grpSpPr>
      <p:sp>
        <p:nvSpPr>
          <p:cNvPr id="51" name="Google Shape;51;p11"/>
          <p:cNvSpPr txBox="1"/>
          <p:nvPr>
            <p:ph type="title"/>
          </p:nvPr>
        </p:nvSpPr>
        <p:spPr>
          <a:xfrm>
            <a:off x="838080" y="365040"/>
            <a:ext cx="10515600" cy="1325520"/>
          </a:xfrm>
          <a:prstGeom prst="rect">
            <a:avLst/>
          </a:prstGeom>
          <a:noFill/>
          <a:ln>
            <a:noFill/>
          </a:ln>
        </p:spPr>
        <p:txBody>
          <a:bodyPr anchorCtr="1"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1"/>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 name="Google Shape;53;p11"/>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4" name="Google Shape;54;p11"/>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55" name="Shape 55"/>
        <p:cNvGrpSpPr/>
        <p:nvPr/>
      </p:nvGrpSpPr>
      <p:grpSpPr>
        <a:xfrm>
          <a:off x="0" y="0"/>
          <a:ext cx="0" cy="0"/>
          <a:chOff x="0" y="0"/>
          <a:chExt cx="0" cy="0"/>
        </a:xfrm>
      </p:grpSpPr>
      <p:sp>
        <p:nvSpPr>
          <p:cNvPr id="56" name="Google Shape;56;p12"/>
          <p:cNvSpPr txBox="1"/>
          <p:nvPr>
            <p:ph type="title"/>
          </p:nvPr>
        </p:nvSpPr>
        <p:spPr>
          <a:xfrm>
            <a:off x="838080" y="365040"/>
            <a:ext cx="10515600" cy="1325520"/>
          </a:xfrm>
          <a:prstGeom prst="rect">
            <a:avLst/>
          </a:prstGeom>
          <a:noFill/>
          <a:ln>
            <a:noFill/>
          </a:ln>
        </p:spPr>
        <p:txBody>
          <a:bodyPr anchorCtr="1"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2"/>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 name="Google Shape;58;p12"/>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9" name="Google Shape;59;p12"/>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0" name="Google Shape;60;p12"/>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1" name="Google Shape;61;p12"/>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62" name="Shape 62"/>
        <p:cNvGrpSpPr/>
        <p:nvPr/>
      </p:nvGrpSpPr>
      <p:grpSpPr>
        <a:xfrm>
          <a:off x="0" y="0"/>
          <a:ext cx="0" cy="0"/>
          <a:chOff x="0" y="0"/>
          <a:chExt cx="0" cy="0"/>
        </a:xfrm>
      </p:grpSpPr>
      <p:sp>
        <p:nvSpPr>
          <p:cNvPr id="63" name="Google Shape;63;p13"/>
          <p:cNvSpPr txBox="1"/>
          <p:nvPr>
            <p:ph type="title"/>
          </p:nvPr>
        </p:nvSpPr>
        <p:spPr>
          <a:xfrm>
            <a:off x="838080" y="365040"/>
            <a:ext cx="10515600" cy="1325520"/>
          </a:xfrm>
          <a:prstGeom prst="rect">
            <a:avLst/>
          </a:prstGeom>
          <a:noFill/>
          <a:ln>
            <a:noFill/>
          </a:ln>
        </p:spPr>
        <p:txBody>
          <a:bodyPr anchorCtr="1"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3"/>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5" name="Google Shape;65;p13"/>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6" name="Google Shape;66;p13"/>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7" name="Google Shape;67;p13"/>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8" name="Google Shape;68;p13"/>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9" name="Google Shape;69;p13"/>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0" name="Google Shape;70;p13"/>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78" name="Shape 78"/>
        <p:cNvGrpSpPr/>
        <p:nvPr/>
      </p:nvGrpSpPr>
      <p:grpSpPr>
        <a:xfrm>
          <a:off x="0" y="0"/>
          <a:ext cx="0" cy="0"/>
          <a:chOff x="0" y="0"/>
          <a:chExt cx="0" cy="0"/>
        </a:xfrm>
      </p:grpSpPr>
      <p:sp>
        <p:nvSpPr>
          <p:cNvPr id="79" name="Google Shape;79;p15"/>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5"/>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1" name="Google Shape;81;p15"/>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2" name="Google Shape;82;p15"/>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3" name="Google Shape;83;p15"/>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4" name="Google Shape;84;p15"/>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85" name="Shape 85"/>
        <p:cNvGrpSpPr/>
        <p:nvPr/>
      </p:nvGrpSpPr>
      <p:grpSpPr>
        <a:xfrm>
          <a:off x="0" y="0"/>
          <a:ext cx="0" cy="0"/>
          <a:chOff x="0" y="0"/>
          <a:chExt cx="0" cy="0"/>
        </a:xfrm>
      </p:grpSpPr>
      <p:sp>
        <p:nvSpPr>
          <p:cNvPr id="86" name="Google Shape;86;p16"/>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87" name="Shape 87"/>
        <p:cNvGrpSpPr/>
        <p:nvPr/>
      </p:nvGrpSpPr>
      <p:grpSpPr>
        <a:xfrm>
          <a:off x="0" y="0"/>
          <a:ext cx="0" cy="0"/>
          <a:chOff x="0" y="0"/>
          <a:chExt cx="0" cy="0"/>
        </a:xfrm>
      </p:grpSpPr>
      <p:sp>
        <p:nvSpPr>
          <p:cNvPr id="88" name="Google Shape;88;p17"/>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7"/>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7"/>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91" name="Shape 91"/>
        <p:cNvGrpSpPr/>
        <p:nvPr/>
      </p:nvGrpSpPr>
      <p:grpSpPr>
        <a:xfrm>
          <a:off x="0" y="0"/>
          <a:ext cx="0" cy="0"/>
          <a:chOff x="0" y="0"/>
          <a:chExt cx="0" cy="0"/>
        </a:xfrm>
      </p:grpSpPr>
      <p:sp>
        <p:nvSpPr>
          <p:cNvPr id="92" name="Google Shape;92;p18"/>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8"/>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4" name="Google Shape;94;p18"/>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95" name="Shape 95"/>
        <p:cNvGrpSpPr/>
        <p:nvPr/>
      </p:nvGrpSpPr>
      <p:grpSpPr>
        <a:xfrm>
          <a:off x="0" y="0"/>
          <a:ext cx="0" cy="0"/>
          <a:chOff x="0" y="0"/>
          <a:chExt cx="0" cy="0"/>
        </a:xfrm>
      </p:grpSpPr>
      <p:sp>
        <p:nvSpPr>
          <p:cNvPr id="96" name="Google Shape;96;p19"/>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9"/>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8" name="Google Shape;98;p19"/>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9" name="Google Shape;99;p19"/>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0" name="Shape 100"/>
        <p:cNvGrpSpPr/>
        <p:nvPr/>
      </p:nvGrpSpPr>
      <p:grpSpPr>
        <a:xfrm>
          <a:off x="0" y="0"/>
          <a:ext cx="0" cy="0"/>
          <a:chOff x="0" y="0"/>
          <a:chExt cx="0" cy="0"/>
        </a:xfrm>
      </p:grpSpPr>
      <p:sp>
        <p:nvSpPr>
          <p:cNvPr id="101" name="Google Shape;101;p20"/>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0"/>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03" name="Shape 103"/>
        <p:cNvGrpSpPr/>
        <p:nvPr/>
      </p:nvGrpSpPr>
      <p:grpSpPr>
        <a:xfrm>
          <a:off x="0" y="0"/>
          <a:ext cx="0" cy="0"/>
          <a:chOff x="0" y="0"/>
          <a:chExt cx="0" cy="0"/>
        </a:xfrm>
      </p:grpSpPr>
      <p:sp>
        <p:nvSpPr>
          <p:cNvPr id="104" name="Google Shape;104;p21"/>
          <p:cNvSpPr txBox="1"/>
          <p:nvPr>
            <p:ph idx="1" type="subTitle"/>
          </p:nvPr>
        </p:nvSpPr>
        <p:spPr>
          <a:xfrm>
            <a:off x="838080" y="365040"/>
            <a:ext cx="10515600" cy="61455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06" name="Shape 106"/>
        <p:cNvGrpSpPr/>
        <p:nvPr/>
      </p:nvGrpSpPr>
      <p:grpSpPr>
        <a:xfrm>
          <a:off x="0" y="0"/>
          <a:ext cx="0" cy="0"/>
          <a:chOff x="0" y="0"/>
          <a:chExt cx="0" cy="0"/>
        </a:xfrm>
      </p:grpSpPr>
      <p:sp>
        <p:nvSpPr>
          <p:cNvPr id="107" name="Google Shape;107;p22"/>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2"/>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9" name="Google Shape;109;p22"/>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0" name="Google Shape;110;p22"/>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1" name="Google Shape;111;p22"/>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12" name="Shape 112"/>
        <p:cNvGrpSpPr/>
        <p:nvPr/>
      </p:nvGrpSpPr>
      <p:grpSpPr>
        <a:xfrm>
          <a:off x="0" y="0"/>
          <a:ext cx="0" cy="0"/>
          <a:chOff x="0" y="0"/>
          <a:chExt cx="0" cy="0"/>
        </a:xfrm>
      </p:grpSpPr>
      <p:sp>
        <p:nvSpPr>
          <p:cNvPr id="113" name="Google Shape;113;p23"/>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23"/>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5" name="Google Shape;115;p23"/>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6" name="Google Shape;116;p23"/>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7" name="Google Shape;117;p23"/>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18" name="Shape 118"/>
        <p:cNvGrpSpPr/>
        <p:nvPr/>
      </p:nvGrpSpPr>
      <p:grpSpPr>
        <a:xfrm>
          <a:off x="0" y="0"/>
          <a:ext cx="0" cy="0"/>
          <a:chOff x="0" y="0"/>
          <a:chExt cx="0" cy="0"/>
        </a:xfrm>
      </p:grpSpPr>
      <p:sp>
        <p:nvSpPr>
          <p:cNvPr id="119" name="Google Shape;119;p24"/>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24"/>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1" name="Google Shape;121;p24"/>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2" name="Google Shape;122;p24"/>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3" name="Google Shape;123;p24"/>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24" name="Shape 124"/>
        <p:cNvGrpSpPr/>
        <p:nvPr/>
      </p:nvGrpSpPr>
      <p:grpSpPr>
        <a:xfrm>
          <a:off x="0" y="0"/>
          <a:ext cx="0" cy="0"/>
          <a:chOff x="0" y="0"/>
          <a:chExt cx="0" cy="0"/>
        </a:xfrm>
      </p:grpSpPr>
      <p:sp>
        <p:nvSpPr>
          <p:cNvPr id="125" name="Google Shape;125;p25"/>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5"/>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7" name="Google Shape;127;p25"/>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8" name="Google Shape;128;p25"/>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29" name="Shape 129"/>
        <p:cNvGrpSpPr/>
        <p:nvPr/>
      </p:nvGrpSpPr>
      <p:grpSpPr>
        <a:xfrm>
          <a:off x="0" y="0"/>
          <a:ext cx="0" cy="0"/>
          <a:chOff x="0" y="0"/>
          <a:chExt cx="0" cy="0"/>
        </a:xfrm>
      </p:grpSpPr>
      <p:sp>
        <p:nvSpPr>
          <p:cNvPr id="130" name="Google Shape;130;p26"/>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6"/>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2" name="Google Shape;132;p26"/>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3" name="Google Shape;133;p26"/>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4" name="Google Shape;134;p26"/>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5" name="Google Shape;135;p26"/>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6" name="Google Shape;136;p26"/>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7" name="Google Shape;137;p26"/>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44" name="Shape 144"/>
        <p:cNvGrpSpPr/>
        <p:nvPr/>
      </p:nvGrpSpPr>
      <p:grpSpPr>
        <a:xfrm>
          <a:off x="0" y="0"/>
          <a:ext cx="0" cy="0"/>
          <a:chOff x="0" y="0"/>
          <a:chExt cx="0" cy="0"/>
        </a:xfrm>
      </p:grpSpPr>
      <p:sp>
        <p:nvSpPr>
          <p:cNvPr id="145" name="Google Shape;145;p28"/>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46" name="Shape 146"/>
        <p:cNvGrpSpPr/>
        <p:nvPr/>
      </p:nvGrpSpPr>
      <p:grpSpPr>
        <a:xfrm>
          <a:off x="0" y="0"/>
          <a:ext cx="0" cy="0"/>
          <a:chOff x="0" y="0"/>
          <a:chExt cx="0" cy="0"/>
        </a:xfrm>
      </p:grpSpPr>
      <p:sp>
        <p:nvSpPr>
          <p:cNvPr id="147" name="Google Shape;147;p29"/>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29"/>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29"/>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50" name="Shape 150"/>
        <p:cNvGrpSpPr/>
        <p:nvPr/>
      </p:nvGrpSpPr>
      <p:grpSpPr>
        <a:xfrm>
          <a:off x="0" y="0"/>
          <a:ext cx="0" cy="0"/>
          <a:chOff x="0" y="0"/>
          <a:chExt cx="0" cy="0"/>
        </a:xfrm>
      </p:grpSpPr>
      <p:sp>
        <p:nvSpPr>
          <p:cNvPr id="151" name="Google Shape;151;p30"/>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30"/>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3" name="Google Shape;153;p30"/>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54" name="Shape 154"/>
        <p:cNvGrpSpPr/>
        <p:nvPr/>
      </p:nvGrpSpPr>
      <p:grpSpPr>
        <a:xfrm>
          <a:off x="0" y="0"/>
          <a:ext cx="0" cy="0"/>
          <a:chOff x="0" y="0"/>
          <a:chExt cx="0" cy="0"/>
        </a:xfrm>
      </p:grpSpPr>
      <p:sp>
        <p:nvSpPr>
          <p:cNvPr id="155" name="Google Shape;155;p31"/>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31"/>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7" name="Google Shape;157;p31"/>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8" name="Google Shape;158;p31"/>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9" name="Shape 159"/>
        <p:cNvGrpSpPr/>
        <p:nvPr/>
      </p:nvGrpSpPr>
      <p:grpSpPr>
        <a:xfrm>
          <a:off x="0" y="0"/>
          <a:ext cx="0" cy="0"/>
          <a:chOff x="0" y="0"/>
          <a:chExt cx="0" cy="0"/>
        </a:xfrm>
      </p:grpSpPr>
      <p:sp>
        <p:nvSpPr>
          <p:cNvPr id="160" name="Google Shape;160;p32"/>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32"/>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62" name="Shape 162"/>
        <p:cNvGrpSpPr/>
        <p:nvPr/>
      </p:nvGrpSpPr>
      <p:grpSpPr>
        <a:xfrm>
          <a:off x="0" y="0"/>
          <a:ext cx="0" cy="0"/>
          <a:chOff x="0" y="0"/>
          <a:chExt cx="0" cy="0"/>
        </a:xfrm>
      </p:grpSpPr>
      <p:sp>
        <p:nvSpPr>
          <p:cNvPr id="163" name="Google Shape;163;p33"/>
          <p:cNvSpPr txBox="1"/>
          <p:nvPr>
            <p:ph idx="1" type="subTitle"/>
          </p:nvPr>
        </p:nvSpPr>
        <p:spPr>
          <a:xfrm>
            <a:off x="838080" y="365040"/>
            <a:ext cx="10515600" cy="61455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33"/>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65" name="Shape 165"/>
        <p:cNvGrpSpPr/>
        <p:nvPr/>
      </p:nvGrpSpPr>
      <p:grpSpPr>
        <a:xfrm>
          <a:off x="0" y="0"/>
          <a:ext cx="0" cy="0"/>
          <a:chOff x="0" y="0"/>
          <a:chExt cx="0" cy="0"/>
        </a:xfrm>
      </p:grpSpPr>
      <p:sp>
        <p:nvSpPr>
          <p:cNvPr id="166" name="Google Shape;166;p34"/>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34"/>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8" name="Google Shape;168;p34"/>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9" name="Google Shape;169;p34"/>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0" name="Google Shape;170;p34"/>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71" name="Shape 171"/>
        <p:cNvGrpSpPr/>
        <p:nvPr/>
      </p:nvGrpSpPr>
      <p:grpSpPr>
        <a:xfrm>
          <a:off x="0" y="0"/>
          <a:ext cx="0" cy="0"/>
          <a:chOff x="0" y="0"/>
          <a:chExt cx="0" cy="0"/>
        </a:xfrm>
      </p:grpSpPr>
      <p:sp>
        <p:nvSpPr>
          <p:cNvPr id="172" name="Google Shape;172;p35"/>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35"/>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4" name="Google Shape;174;p35"/>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5" name="Google Shape;175;p35"/>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6" name="Google Shape;176;p35"/>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77" name="Shape 177"/>
        <p:cNvGrpSpPr/>
        <p:nvPr/>
      </p:nvGrpSpPr>
      <p:grpSpPr>
        <a:xfrm>
          <a:off x="0" y="0"/>
          <a:ext cx="0" cy="0"/>
          <a:chOff x="0" y="0"/>
          <a:chExt cx="0" cy="0"/>
        </a:xfrm>
      </p:grpSpPr>
      <p:sp>
        <p:nvSpPr>
          <p:cNvPr id="178" name="Google Shape;178;p36"/>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36"/>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0" name="Google Shape;180;p36"/>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1" name="Google Shape;181;p36"/>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2" name="Google Shape;182;p36"/>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83" name="Shape 183"/>
        <p:cNvGrpSpPr/>
        <p:nvPr/>
      </p:nvGrpSpPr>
      <p:grpSpPr>
        <a:xfrm>
          <a:off x="0" y="0"/>
          <a:ext cx="0" cy="0"/>
          <a:chOff x="0" y="0"/>
          <a:chExt cx="0" cy="0"/>
        </a:xfrm>
      </p:grpSpPr>
      <p:sp>
        <p:nvSpPr>
          <p:cNvPr id="184" name="Google Shape;184;p37"/>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5" name="Google Shape;185;p37"/>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6" name="Google Shape;186;p37"/>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7" name="Google Shape;187;p37"/>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88" name="Shape 188"/>
        <p:cNvGrpSpPr/>
        <p:nvPr/>
      </p:nvGrpSpPr>
      <p:grpSpPr>
        <a:xfrm>
          <a:off x="0" y="0"/>
          <a:ext cx="0" cy="0"/>
          <a:chOff x="0" y="0"/>
          <a:chExt cx="0" cy="0"/>
        </a:xfrm>
      </p:grpSpPr>
      <p:sp>
        <p:nvSpPr>
          <p:cNvPr id="189" name="Google Shape;189;p38"/>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0" name="Google Shape;190;p38"/>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1" name="Google Shape;191;p38"/>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2" name="Google Shape;192;p38"/>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3" name="Google Shape;193;p38"/>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4" name="Google Shape;194;p38"/>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95" name="Shape 195"/>
        <p:cNvGrpSpPr/>
        <p:nvPr/>
      </p:nvGrpSpPr>
      <p:grpSpPr>
        <a:xfrm>
          <a:off x="0" y="0"/>
          <a:ext cx="0" cy="0"/>
          <a:chOff x="0" y="0"/>
          <a:chExt cx="0" cy="0"/>
        </a:xfrm>
      </p:grpSpPr>
      <p:sp>
        <p:nvSpPr>
          <p:cNvPr id="196" name="Google Shape;196;p39"/>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p39"/>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8" name="Google Shape;198;p39"/>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9" name="Google Shape;199;p39"/>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0" name="Google Shape;200;p39"/>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1" name="Google Shape;201;p39"/>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2" name="Google Shape;202;p39"/>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3" name="Google Shape;203;p39"/>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10" name="Shape 210"/>
        <p:cNvGrpSpPr/>
        <p:nvPr/>
      </p:nvGrpSpPr>
      <p:grpSpPr>
        <a:xfrm>
          <a:off x="0" y="0"/>
          <a:ext cx="0" cy="0"/>
          <a:chOff x="0" y="0"/>
          <a:chExt cx="0" cy="0"/>
        </a:xfrm>
      </p:grpSpPr>
      <p:sp>
        <p:nvSpPr>
          <p:cNvPr id="211" name="Google Shape;211;p41"/>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12" name="Shape 212"/>
        <p:cNvGrpSpPr/>
        <p:nvPr/>
      </p:nvGrpSpPr>
      <p:grpSpPr>
        <a:xfrm>
          <a:off x="0" y="0"/>
          <a:ext cx="0" cy="0"/>
          <a:chOff x="0" y="0"/>
          <a:chExt cx="0" cy="0"/>
        </a:xfrm>
      </p:grpSpPr>
      <p:sp>
        <p:nvSpPr>
          <p:cNvPr id="213" name="Google Shape;213;p42"/>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4" name="Google Shape;214;p42"/>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42"/>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16" name="Shape 216"/>
        <p:cNvGrpSpPr/>
        <p:nvPr/>
      </p:nvGrpSpPr>
      <p:grpSpPr>
        <a:xfrm>
          <a:off x="0" y="0"/>
          <a:ext cx="0" cy="0"/>
          <a:chOff x="0" y="0"/>
          <a:chExt cx="0" cy="0"/>
        </a:xfrm>
      </p:grpSpPr>
      <p:sp>
        <p:nvSpPr>
          <p:cNvPr id="217" name="Google Shape;217;p43"/>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8" name="Google Shape;218;p43"/>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9" name="Google Shape;219;p43"/>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20" name="Shape 220"/>
        <p:cNvGrpSpPr/>
        <p:nvPr/>
      </p:nvGrpSpPr>
      <p:grpSpPr>
        <a:xfrm>
          <a:off x="0" y="0"/>
          <a:ext cx="0" cy="0"/>
          <a:chOff x="0" y="0"/>
          <a:chExt cx="0" cy="0"/>
        </a:xfrm>
      </p:grpSpPr>
      <p:sp>
        <p:nvSpPr>
          <p:cNvPr id="221" name="Google Shape;221;p44"/>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p44"/>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3" name="Google Shape;223;p44"/>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4" name="Google Shape;224;p44"/>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5" name="Shape 225"/>
        <p:cNvGrpSpPr/>
        <p:nvPr/>
      </p:nvGrpSpPr>
      <p:grpSpPr>
        <a:xfrm>
          <a:off x="0" y="0"/>
          <a:ext cx="0" cy="0"/>
          <a:chOff x="0" y="0"/>
          <a:chExt cx="0" cy="0"/>
        </a:xfrm>
      </p:grpSpPr>
      <p:sp>
        <p:nvSpPr>
          <p:cNvPr id="226" name="Google Shape;226;p45"/>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7" name="Google Shape;227;p45"/>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28" name="Shape 228"/>
        <p:cNvGrpSpPr/>
        <p:nvPr/>
      </p:nvGrpSpPr>
      <p:grpSpPr>
        <a:xfrm>
          <a:off x="0" y="0"/>
          <a:ext cx="0" cy="0"/>
          <a:chOff x="0" y="0"/>
          <a:chExt cx="0" cy="0"/>
        </a:xfrm>
      </p:grpSpPr>
      <p:sp>
        <p:nvSpPr>
          <p:cNvPr id="229" name="Google Shape;229;p46"/>
          <p:cNvSpPr txBox="1"/>
          <p:nvPr>
            <p:ph idx="1" type="subTitle"/>
          </p:nvPr>
        </p:nvSpPr>
        <p:spPr>
          <a:xfrm>
            <a:off x="838080" y="365040"/>
            <a:ext cx="10515600" cy="61455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0" name="Google Shape;230;p46"/>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31" name="Shape 231"/>
        <p:cNvGrpSpPr/>
        <p:nvPr/>
      </p:nvGrpSpPr>
      <p:grpSpPr>
        <a:xfrm>
          <a:off x="0" y="0"/>
          <a:ext cx="0" cy="0"/>
          <a:chOff x="0" y="0"/>
          <a:chExt cx="0" cy="0"/>
        </a:xfrm>
      </p:grpSpPr>
      <p:sp>
        <p:nvSpPr>
          <p:cNvPr id="232" name="Google Shape;232;p47"/>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3" name="Google Shape;233;p47"/>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4" name="Google Shape;234;p47"/>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5" name="Google Shape;235;p47"/>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6" name="Google Shape;236;p47"/>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37" name="Shape 237"/>
        <p:cNvGrpSpPr/>
        <p:nvPr/>
      </p:nvGrpSpPr>
      <p:grpSpPr>
        <a:xfrm>
          <a:off x="0" y="0"/>
          <a:ext cx="0" cy="0"/>
          <a:chOff x="0" y="0"/>
          <a:chExt cx="0" cy="0"/>
        </a:xfrm>
      </p:grpSpPr>
      <p:sp>
        <p:nvSpPr>
          <p:cNvPr id="238" name="Google Shape;238;p48"/>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9" name="Google Shape;239;p48"/>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0" name="Google Shape;240;p48"/>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1" name="Google Shape;241;p48"/>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2" name="Google Shape;242;p48"/>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43" name="Shape 243"/>
        <p:cNvGrpSpPr/>
        <p:nvPr/>
      </p:nvGrpSpPr>
      <p:grpSpPr>
        <a:xfrm>
          <a:off x="0" y="0"/>
          <a:ext cx="0" cy="0"/>
          <a:chOff x="0" y="0"/>
          <a:chExt cx="0" cy="0"/>
        </a:xfrm>
      </p:grpSpPr>
      <p:sp>
        <p:nvSpPr>
          <p:cNvPr id="244" name="Google Shape;244;p49"/>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49"/>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6" name="Google Shape;246;p49"/>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7" name="Google Shape;247;p49"/>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8" name="Google Shape;248;p49"/>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49" name="Shape 249"/>
        <p:cNvGrpSpPr/>
        <p:nvPr/>
      </p:nvGrpSpPr>
      <p:grpSpPr>
        <a:xfrm>
          <a:off x="0" y="0"/>
          <a:ext cx="0" cy="0"/>
          <a:chOff x="0" y="0"/>
          <a:chExt cx="0" cy="0"/>
        </a:xfrm>
      </p:grpSpPr>
      <p:sp>
        <p:nvSpPr>
          <p:cNvPr id="250" name="Google Shape;250;p50"/>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50"/>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2" name="Google Shape;252;p50"/>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3" name="Google Shape;253;p50"/>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54" name="Shape 254"/>
        <p:cNvGrpSpPr/>
        <p:nvPr/>
      </p:nvGrpSpPr>
      <p:grpSpPr>
        <a:xfrm>
          <a:off x="0" y="0"/>
          <a:ext cx="0" cy="0"/>
          <a:chOff x="0" y="0"/>
          <a:chExt cx="0" cy="0"/>
        </a:xfrm>
      </p:grpSpPr>
      <p:sp>
        <p:nvSpPr>
          <p:cNvPr id="255" name="Google Shape;255;p51"/>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6" name="Google Shape;256;p51"/>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7" name="Google Shape;257;p51"/>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8" name="Google Shape;258;p51"/>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9" name="Google Shape;259;p51"/>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0" name="Google Shape;260;p51"/>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61" name="Shape 261"/>
        <p:cNvGrpSpPr/>
        <p:nvPr/>
      </p:nvGrpSpPr>
      <p:grpSpPr>
        <a:xfrm>
          <a:off x="0" y="0"/>
          <a:ext cx="0" cy="0"/>
          <a:chOff x="0" y="0"/>
          <a:chExt cx="0" cy="0"/>
        </a:xfrm>
      </p:grpSpPr>
      <p:sp>
        <p:nvSpPr>
          <p:cNvPr id="262" name="Google Shape;262;p52"/>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3" name="Google Shape;263;p52"/>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4" name="Google Shape;264;p52"/>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5" name="Google Shape;265;p52"/>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6" name="Google Shape;266;p52"/>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7" name="Google Shape;267;p52"/>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8" name="Google Shape;268;p52"/>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9" name="Google Shape;269;p52"/>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77" name="Shape 277"/>
        <p:cNvGrpSpPr/>
        <p:nvPr/>
      </p:nvGrpSpPr>
      <p:grpSpPr>
        <a:xfrm>
          <a:off x="0" y="0"/>
          <a:ext cx="0" cy="0"/>
          <a:chOff x="0" y="0"/>
          <a:chExt cx="0" cy="0"/>
        </a:xfrm>
      </p:grpSpPr>
      <p:sp>
        <p:nvSpPr>
          <p:cNvPr id="278" name="Google Shape;278;p54"/>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79" name="Shape 279"/>
        <p:cNvGrpSpPr/>
        <p:nvPr/>
      </p:nvGrpSpPr>
      <p:grpSpPr>
        <a:xfrm>
          <a:off x="0" y="0"/>
          <a:ext cx="0" cy="0"/>
          <a:chOff x="0" y="0"/>
          <a:chExt cx="0" cy="0"/>
        </a:xfrm>
      </p:grpSpPr>
      <p:sp>
        <p:nvSpPr>
          <p:cNvPr id="280" name="Google Shape;280;p55"/>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1" name="Google Shape;281;p55"/>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82" name="Google Shape;282;p55"/>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83" name="Shape 283"/>
        <p:cNvGrpSpPr/>
        <p:nvPr/>
      </p:nvGrpSpPr>
      <p:grpSpPr>
        <a:xfrm>
          <a:off x="0" y="0"/>
          <a:ext cx="0" cy="0"/>
          <a:chOff x="0" y="0"/>
          <a:chExt cx="0" cy="0"/>
        </a:xfrm>
      </p:grpSpPr>
      <p:sp>
        <p:nvSpPr>
          <p:cNvPr id="284" name="Google Shape;284;p56"/>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5" name="Google Shape;285;p56"/>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86" name="Google Shape;286;p56"/>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87" name="Shape 287"/>
        <p:cNvGrpSpPr/>
        <p:nvPr/>
      </p:nvGrpSpPr>
      <p:grpSpPr>
        <a:xfrm>
          <a:off x="0" y="0"/>
          <a:ext cx="0" cy="0"/>
          <a:chOff x="0" y="0"/>
          <a:chExt cx="0" cy="0"/>
        </a:xfrm>
      </p:grpSpPr>
      <p:sp>
        <p:nvSpPr>
          <p:cNvPr id="288" name="Google Shape;288;p57"/>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9" name="Google Shape;289;p57"/>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90" name="Google Shape;290;p57"/>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91" name="Google Shape;291;p57"/>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2" name="Shape 292"/>
        <p:cNvGrpSpPr/>
        <p:nvPr/>
      </p:nvGrpSpPr>
      <p:grpSpPr>
        <a:xfrm>
          <a:off x="0" y="0"/>
          <a:ext cx="0" cy="0"/>
          <a:chOff x="0" y="0"/>
          <a:chExt cx="0" cy="0"/>
        </a:xfrm>
      </p:grpSpPr>
      <p:sp>
        <p:nvSpPr>
          <p:cNvPr id="293" name="Google Shape;293;p58"/>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4" name="Google Shape;294;p58"/>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95" name="Shape 295"/>
        <p:cNvGrpSpPr/>
        <p:nvPr/>
      </p:nvGrpSpPr>
      <p:grpSpPr>
        <a:xfrm>
          <a:off x="0" y="0"/>
          <a:ext cx="0" cy="0"/>
          <a:chOff x="0" y="0"/>
          <a:chExt cx="0" cy="0"/>
        </a:xfrm>
      </p:grpSpPr>
      <p:sp>
        <p:nvSpPr>
          <p:cNvPr id="296" name="Google Shape;296;p59"/>
          <p:cNvSpPr txBox="1"/>
          <p:nvPr>
            <p:ph idx="1" type="subTitle"/>
          </p:nvPr>
        </p:nvSpPr>
        <p:spPr>
          <a:xfrm>
            <a:off x="838080" y="365040"/>
            <a:ext cx="10515600" cy="614556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97" name="Google Shape;297;p59"/>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98" name="Shape 298"/>
        <p:cNvGrpSpPr/>
        <p:nvPr/>
      </p:nvGrpSpPr>
      <p:grpSpPr>
        <a:xfrm>
          <a:off x="0" y="0"/>
          <a:ext cx="0" cy="0"/>
          <a:chOff x="0" y="0"/>
          <a:chExt cx="0" cy="0"/>
        </a:xfrm>
      </p:grpSpPr>
      <p:sp>
        <p:nvSpPr>
          <p:cNvPr id="299" name="Google Shape;299;p60"/>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0" name="Google Shape;300;p60"/>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01" name="Google Shape;301;p60"/>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02" name="Google Shape;302;p60"/>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03" name="Google Shape;303;p60"/>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04" name="Shape 304"/>
        <p:cNvGrpSpPr/>
        <p:nvPr/>
      </p:nvGrpSpPr>
      <p:grpSpPr>
        <a:xfrm>
          <a:off x="0" y="0"/>
          <a:ext cx="0" cy="0"/>
          <a:chOff x="0" y="0"/>
          <a:chExt cx="0" cy="0"/>
        </a:xfrm>
      </p:grpSpPr>
      <p:sp>
        <p:nvSpPr>
          <p:cNvPr id="305" name="Google Shape;305;p61"/>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6" name="Google Shape;306;p61"/>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07" name="Google Shape;307;p61"/>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08" name="Google Shape;308;p61"/>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09" name="Google Shape;309;p61"/>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10" name="Shape 310"/>
        <p:cNvGrpSpPr/>
        <p:nvPr/>
      </p:nvGrpSpPr>
      <p:grpSpPr>
        <a:xfrm>
          <a:off x="0" y="0"/>
          <a:ext cx="0" cy="0"/>
          <a:chOff x="0" y="0"/>
          <a:chExt cx="0" cy="0"/>
        </a:xfrm>
      </p:grpSpPr>
      <p:sp>
        <p:nvSpPr>
          <p:cNvPr id="311" name="Google Shape;311;p62"/>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2" name="Google Shape;312;p62"/>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13" name="Google Shape;313;p62"/>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14" name="Google Shape;314;p62"/>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15" name="Google Shape;315;p62"/>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16" name="Shape 316"/>
        <p:cNvGrpSpPr/>
        <p:nvPr/>
      </p:nvGrpSpPr>
      <p:grpSpPr>
        <a:xfrm>
          <a:off x="0" y="0"/>
          <a:ext cx="0" cy="0"/>
          <a:chOff x="0" y="0"/>
          <a:chExt cx="0" cy="0"/>
        </a:xfrm>
      </p:grpSpPr>
      <p:sp>
        <p:nvSpPr>
          <p:cNvPr id="317" name="Google Shape;317;p63"/>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8" name="Google Shape;318;p63"/>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19" name="Google Shape;319;p63"/>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20" name="Google Shape;320;p63"/>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321" name="Shape 321"/>
        <p:cNvGrpSpPr/>
        <p:nvPr/>
      </p:nvGrpSpPr>
      <p:grpSpPr>
        <a:xfrm>
          <a:off x="0" y="0"/>
          <a:ext cx="0" cy="0"/>
          <a:chOff x="0" y="0"/>
          <a:chExt cx="0" cy="0"/>
        </a:xfrm>
      </p:grpSpPr>
      <p:sp>
        <p:nvSpPr>
          <p:cNvPr id="322" name="Google Shape;322;p64"/>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3" name="Google Shape;323;p64"/>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24" name="Google Shape;324;p64"/>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25" name="Google Shape;325;p64"/>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26" name="Google Shape;326;p64"/>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27" name="Google Shape;327;p64"/>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328" name="Shape 328"/>
        <p:cNvGrpSpPr/>
        <p:nvPr/>
      </p:nvGrpSpPr>
      <p:grpSpPr>
        <a:xfrm>
          <a:off x="0" y="0"/>
          <a:ext cx="0" cy="0"/>
          <a:chOff x="0" y="0"/>
          <a:chExt cx="0" cy="0"/>
        </a:xfrm>
      </p:grpSpPr>
      <p:sp>
        <p:nvSpPr>
          <p:cNvPr id="329" name="Google Shape;329;p65"/>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0" name="Google Shape;330;p65"/>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31" name="Google Shape;331;p65"/>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32" name="Google Shape;332;p65"/>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33" name="Google Shape;333;p65"/>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34" name="Google Shape;334;p65"/>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35" name="Google Shape;335;p65"/>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36" name="Google Shape;336;p65"/>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rgbClr val="000000"/>
                </a:solidFill>
                <a:latin typeface="Arial"/>
                <a:ea typeface="Arial"/>
                <a:cs typeface="Arial"/>
                <a:sym typeface="Arial"/>
              </a:defRPr>
            </a:lvl1pPr>
            <a:lvl2pPr lvl="1">
              <a:buNone/>
              <a:defRPr sz="1300">
                <a:solidFill>
                  <a:srgbClr val="000000"/>
                </a:solidFill>
                <a:latin typeface="Arial"/>
                <a:ea typeface="Arial"/>
                <a:cs typeface="Arial"/>
                <a:sym typeface="Arial"/>
              </a:defRPr>
            </a:lvl2pPr>
            <a:lvl3pPr lvl="2">
              <a:buNone/>
              <a:defRPr sz="1300">
                <a:solidFill>
                  <a:srgbClr val="000000"/>
                </a:solidFill>
                <a:latin typeface="Arial"/>
                <a:ea typeface="Arial"/>
                <a:cs typeface="Arial"/>
                <a:sym typeface="Arial"/>
              </a:defRPr>
            </a:lvl3pPr>
            <a:lvl4pPr lvl="3">
              <a:buNone/>
              <a:defRPr sz="1300">
                <a:solidFill>
                  <a:srgbClr val="000000"/>
                </a:solidFill>
                <a:latin typeface="Arial"/>
                <a:ea typeface="Arial"/>
                <a:cs typeface="Arial"/>
                <a:sym typeface="Arial"/>
              </a:defRPr>
            </a:lvl4pPr>
            <a:lvl5pPr lvl="4">
              <a:buNone/>
              <a:defRPr sz="1300">
                <a:solidFill>
                  <a:srgbClr val="000000"/>
                </a:solidFill>
                <a:latin typeface="Arial"/>
                <a:ea typeface="Arial"/>
                <a:cs typeface="Arial"/>
                <a:sym typeface="Arial"/>
              </a:defRPr>
            </a:lvl5pPr>
            <a:lvl6pPr lvl="5">
              <a:buNone/>
              <a:defRPr sz="1300">
                <a:solidFill>
                  <a:srgbClr val="000000"/>
                </a:solidFill>
                <a:latin typeface="Arial"/>
                <a:ea typeface="Arial"/>
                <a:cs typeface="Arial"/>
                <a:sym typeface="Arial"/>
              </a:defRPr>
            </a:lvl6pPr>
            <a:lvl7pPr lvl="6">
              <a:buNone/>
              <a:defRPr sz="1300">
                <a:solidFill>
                  <a:srgbClr val="000000"/>
                </a:solidFill>
                <a:latin typeface="Arial"/>
                <a:ea typeface="Arial"/>
                <a:cs typeface="Arial"/>
                <a:sym typeface="Arial"/>
              </a:defRPr>
            </a:lvl7pPr>
            <a:lvl8pPr lvl="7">
              <a:buNone/>
              <a:defRPr sz="1300">
                <a:solidFill>
                  <a:srgbClr val="000000"/>
                </a:solidFill>
                <a:latin typeface="Arial"/>
                <a:ea typeface="Arial"/>
                <a:cs typeface="Arial"/>
                <a:sym typeface="Arial"/>
              </a:defRPr>
            </a:lvl8pPr>
            <a:lvl9pPr lvl="8">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5.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6.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theme" Target="../theme/theme4.xml"/><Relationship Id="rId12" Type="http://schemas.openxmlformats.org/officeDocument/2006/relationships/slideLayout" Target="../slideLayouts/slideLayout36.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7.xml"/><Relationship Id="rId10" Type="http://schemas.openxmlformats.org/officeDocument/2006/relationships/slideLayout" Target="../slideLayouts/slideLayout46.xml"/><Relationship Id="rId13" Type="http://schemas.openxmlformats.org/officeDocument/2006/relationships/theme" Target="../theme/theme2.xml"/><Relationship Id="rId12" Type="http://schemas.openxmlformats.org/officeDocument/2006/relationships/slideLayout" Target="../slideLayouts/slideLayout48.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9" Type="http://schemas.openxmlformats.org/officeDocument/2006/relationships/slideLayout" Target="../slideLayouts/slideLayout45.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9.xml"/><Relationship Id="rId10" Type="http://schemas.openxmlformats.org/officeDocument/2006/relationships/slideLayout" Target="../slideLayouts/slideLayout58.xml"/><Relationship Id="rId13" Type="http://schemas.openxmlformats.org/officeDocument/2006/relationships/theme" Target="../theme/theme1.xml"/><Relationship Id="rId12" Type="http://schemas.openxmlformats.org/officeDocument/2006/relationships/slideLayout" Target="../slideLayouts/slideLayout60.xml"/><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9" Type="http://schemas.openxmlformats.org/officeDocument/2006/relationships/slideLayout" Target="../slideLayouts/slideLayout57.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523880" y="1122480"/>
            <a:ext cx="9144000" cy="2387520"/>
          </a:xfrm>
          <a:prstGeom prst="rect">
            <a:avLst/>
          </a:prstGeom>
          <a:noFill/>
          <a:ln>
            <a:noFill/>
          </a:ln>
        </p:spPr>
        <p:txBody>
          <a:bodyPr anchorCtr="1" anchor="b"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p1"/>
          <p:cNvSpPr txBox="1"/>
          <p:nvPr>
            <p:ph idx="10" type="dt"/>
          </p:nvPr>
        </p:nvSpPr>
        <p:spPr>
          <a:xfrm>
            <a:off x="838080" y="6356520"/>
            <a:ext cx="2743200" cy="365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p1"/>
          <p:cNvSpPr txBox="1"/>
          <p:nvPr>
            <p:ph idx="11" type="ftr"/>
          </p:nvPr>
        </p:nvSpPr>
        <p:spPr>
          <a:xfrm>
            <a:off x="4038480" y="6356520"/>
            <a:ext cx="4114800" cy="365040"/>
          </a:xfrm>
          <a:prstGeom prst="rect">
            <a:avLst/>
          </a:prstGeom>
          <a:noFill/>
          <a:ln>
            <a:noFill/>
          </a:ln>
        </p:spPr>
        <p:txBody>
          <a:bodyPr anchorCtr="1"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 name="Google Shape;9;p1"/>
          <p:cNvSpPr txBox="1"/>
          <p:nvPr>
            <p:ph idx="12" type="sldNum"/>
          </p:nvPr>
        </p:nvSpPr>
        <p:spPr>
          <a:xfrm>
            <a:off x="8610480" y="6356520"/>
            <a:ext cx="2743200" cy="36504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solidFill>
                <a:srgbClr val="000000"/>
              </a:solidFill>
              <a:latin typeface="Times New Roman"/>
              <a:ea typeface="Times New Roman"/>
              <a:cs typeface="Times New Roman"/>
              <a:sym typeface="Times New Roman"/>
            </a:endParaRPr>
          </a:p>
        </p:txBody>
      </p:sp>
      <p:sp>
        <p:nvSpPr>
          <p:cNvPr id="10" name="Google Shape;10;p1"/>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 name="Shape 71"/>
        <p:cNvGrpSpPr/>
        <p:nvPr/>
      </p:nvGrpSpPr>
      <p:grpSpPr>
        <a:xfrm>
          <a:off x="0" y="0"/>
          <a:ext cx="0" cy="0"/>
          <a:chOff x="0" y="0"/>
          <a:chExt cx="0" cy="0"/>
        </a:xfrm>
      </p:grpSpPr>
      <p:sp>
        <p:nvSpPr>
          <p:cNvPr id="72" name="Google Shape;72;p14"/>
          <p:cNvSpPr txBox="1"/>
          <p:nvPr>
            <p:ph type="title"/>
          </p:nvPr>
        </p:nvSpPr>
        <p:spPr>
          <a:xfrm>
            <a:off x="838080" y="365040"/>
            <a:ext cx="10515600" cy="132552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3" name="Google Shape;73;p14"/>
          <p:cNvSpPr txBox="1"/>
          <p:nvPr>
            <p:ph idx="2" type="title"/>
          </p:nvPr>
        </p:nvSpPr>
        <p:spPr>
          <a:xfrm>
            <a:off x="838080" y="1825560"/>
            <a:ext cx="10515600" cy="435132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4" name="Google Shape;74;p14"/>
          <p:cNvSpPr txBox="1"/>
          <p:nvPr>
            <p:ph idx="10" type="dt"/>
          </p:nvPr>
        </p:nvSpPr>
        <p:spPr>
          <a:xfrm>
            <a:off x="838080" y="6356520"/>
            <a:ext cx="2743200" cy="365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5" name="Google Shape;75;p14"/>
          <p:cNvSpPr txBox="1"/>
          <p:nvPr>
            <p:ph idx="11" type="ftr"/>
          </p:nvPr>
        </p:nvSpPr>
        <p:spPr>
          <a:xfrm>
            <a:off x="4038480" y="6356520"/>
            <a:ext cx="4114800" cy="365040"/>
          </a:xfrm>
          <a:prstGeom prst="rect">
            <a:avLst/>
          </a:prstGeom>
          <a:noFill/>
          <a:ln>
            <a:noFill/>
          </a:ln>
        </p:spPr>
        <p:txBody>
          <a:bodyPr anchorCtr="1"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6" name="Google Shape;76;p14"/>
          <p:cNvSpPr txBox="1"/>
          <p:nvPr>
            <p:ph idx="12" type="sldNum"/>
          </p:nvPr>
        </p:nvSpPr>
        <p:spPr>
          <a:xfrm>
            <a:off x="8610480" y="6356520"/>
            <a:ext cx="2743200" cy="36504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solidFill>
                <a:srgbClr val="000000"/>
              </a:solidFill>
              <a:latin typeface="Times New Roman"/>
              <a:ea typeface="Times New Roman"/>
              <a:cs typeface="Times New Roman"/>
              <a:sym typeface="Times New Roman"/>
            </a:endParaRPr>
          </a:p>
        </p:txBody>
      </p:sp>
      <p:sp>
        <p:nvSpPr>
          <p:cNvPr id="77" name="Google Shape;77;p14"/>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 name="Shape 138"/>
        <p:cNvGrpSpPr/>
        <p:nvPr/>
      </p:nvGrpSpPr>
      <p:grpSpPr>
        <a:xfrm>
          <a:off x="0" y="0"/>
          <a:ext cx="0" cy="0"/>
          <a:chOff x="0" y="0"/>
          <a:chExt cx="0" cy="0"/>
        </a:xfrm>
      </p:grpSpPr>
      <p:sp>
        <p:nvSpPr>
          <p:cNvPr id="139" name="Google Shape;139;p27"/>
          <p:cNvSpPr txBox="1"/>
          <p:nvPr>
            <p:ph type="title"/>
          </p:nvPr>
        </p:nvSpPr>
        <p:spPr>
          <a:xfrm>
            <a:off x="838080" y="365040"/>
            <a:ext cx="10515600" cy="132552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40" name="Google Shape;140;p27"/>
          <p:cNvSpPr txBox="1"/>
          <p:nvPr>
            <p:ph idx="1" type="body"/>
          </p:nvPr>
        </p:nvSpPr>
        <p:spPr>
          <a:xfrm>
            <a:off x="838080" y="1825560"/>
            <a:ext cx="10515600" cy="435132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41" name="Google Shape;141;p27"/>
          <p:cNvSpPr txBox="1"/>
          <p:nvPr>
            <p:ph idx="10" type="dt"/>
          </p:nvPr>
        </p:nvSpPr>
        <p:spPr>
          <a:xfrm>
            <a:off x="838080" y="6356520"/>
            <a:ext cx="2743200" cy="365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42" name="Google Shape;142;p27"/>
          <p:cNvSpPr txBox="1"/>
          <p:nvPr>
            <p:ph idx="11" type="ftr"/>
          </p:nvPr>
        </p:nvSpPr>
        <p:spPr>
          <a:xfrm>
            <a:off x="4038480" y="6356520"/>
            <a:ext cx="4114800" cy="365040"/>
          </a:xfrm>
          <a:prstGeom prst="rect">
            <a:avLst/>
          </a:prstGeom>
          <a:noFill/>
          <a:ln>
            <a:noFill/>
          </a:ln>
        </p:spPr>
        <p:txBody>
          <a:bodyPr anchorCtr="1"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43" name="Google Shape;143;p27"/>
          <p:cNvSpPr txBox="1"/>
          <p:nvPr>
            <p:ph idx="12" type="sldNum"/>
          </p:nvPr>
        </p:nvSpPr>
        <p:spPr>
          <a:xfrm>
            <a:off x="8610480" y="6356520"/>
            <a:ext cx="2743200" cy="36504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sp>
        <p:nvSpPr>
          <p:cNvPr id="205" name="Google Shape;205;p40"/>
          <p:cNvSpPr txBox="1"/>
          <p:nvPr>
            <p:ph type="title"/>
          </p:nvPr>
        </p:nvSpPr>
        <p:spPr>
          <a:xfrm>
            <a:off x="831960" y="1709640"/>
            <a:ext cx="10515600" cy="285264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06" name="Google Shape;206;p40"/>
          <p:cNvSpPr txBox="1"/>
          <p:nvPr>
            <p:ph idx="1" type="body"/>
          </p:nvPr>
        </p:nvSpPr>
        <p:spPr>
          <a:xfrm>
            <a:off x="831960" y="4589640"/>
            <a:ext cx="10515600" cy="150012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07" name="Google Shape;207;p40"/>
          <p:cNvSpPr txBox="1"/>
          <p:nvPr>
            <p:ph idx="10" type="dt"/>
          </p:nvPr>
        </p:nvSpPr>
        <p:spPr>
          <a:xfrm>
            <a:off x="838080" y="6356520"/>
            <a:ext cx="2743200" cy="365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08" name="Google Shape;208;p40"/>
          <p:cNvSpPr txBox="1"/>
          <p:nvPr>
            <p:ph idx="11" type="ftr"/>
          </p:nvPr>
        </p:nvSpPr>
        <p:spPr>
          <a:xfrm>
            <a:off x="4038480" y="6356520"/>
            <a:ext cx="4114800" cy="365040"/>
          </a:xfrm>
          <a:prstGeom prst="rect">
            <a:avLst/>
          </a:prstGeom>
          <a:noFill/>
          <a:ln>
            <a:noFill/>
          </a:ln>
        </p:spPr>
        <p:txBody>
          <a:bodyPr anchorCtr="1"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09" name="Google Shape;209;p40"/>
          <p:cNvSpPr txBox="1"/>
          <p:nvPr>
            <p:ph idx="12" type="sldNum"/>
          </p:nvPr>
        </p:nvSpPr>
        <p:spPr>
          <a:xfrm>
            <a:off x="8610480" y="6356520"/>
            <a:ext cx="2743200" cy="36504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 name="Shape 270"/>
        <p:cNvGrpSpPr/>
        <p:nvPr/>
      </p:nvGrpSpPr>
      <p:grpSpPr>
        <a:xfrm>
          <a:off x="0" y="0"/>
          <a:ext cx="0" cy="0"/>
          <a:chOff x="0" y="0"/>
          <a:chExt cx="0" cy="0"/>
        </a:xfrm>
      </p:grpSpPr>
      <p:sp>
        <p:nvSpPr>
          <p:cNvPr id="271" name="Google Shape;271;p53"/>
          <p:cNvSpPr txBox="1"/>
          <p:nvPr>
            <p:ph type="title"/>
          </p:nvPr>
        </p:nvSpPr>
        <p:spPr>
          <a:xfrm>
            <a:off x="838080" y="365040"/>
            <a:ext cx="10515600" cy="132552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72" name="Google Shape;272;p53"/>
          <p:cNvSpPr txBox="1"/>
          <p:nvPr>
            <p:ph idx="2" type="title"/>
          </p:nvPr>
        </p:nvSpPr>
        <p:spPr>
          <a:xfrm>
            <a:off x="838080" y="1825560"/>
            <a:ext cx="5181480" cy="435132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73" name="Google Shape;273;p53"/>
          <p:cNvSpPr txBox="1"/>
          <p:nvPr>
            <p:ph idx="3" type="title"/>
          </p:nvPr>
        </p:nvSpPr>
        <p:spPr>
          <a:xfrm>
            <a:off x="6172200" y="1825560"/>
            <a:ext cx="5181480" cy="435132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74" name="Google Shape;274;p53"/>
          <p:cNvSpPr txBox="1"/>
          <p:nvPr>
            <p:ph idx="10" type="dt"/>
          </p:nvPr>
        </p:nvSpPr>
        <p:spPr>
          <a:xfrm>
            <a:off x="838080" y="6356520"/>
            <a:ext cx="2743200" cy="365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75" name="Google Shape;275;p53"/>
          <p:cNvSpPr txBox="1"/>
          <p:nvPr>
            <p:ph idx="11" type="ftr"/>
          </p:nvPr>
        </p:nvSpPr>
        <p:spPr>
          <a:xfrm>
            <a:off x="4038480" y="6356520"/>
            <a:ext cx="4114800" cy="365040"/>
          </a:xfrm>
          <a:prstGeom prst="rect">
            <a:avLst/>
          </a:prstGeom>
          <a:noFill/>
          <a:ln>
            <a:noFill/>
          </a:ln>
        </p:spPr>
        <p:txBody>
          <a:bodyPr anchorCtr="1"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76" name="Google Shape;276;p53"/>
          <p:cNvSpPr txBox="1"/>
          <p:nvPr>
            <p:ph idx="12" type="sldNum"/>
          </p:nvPr>
        </p:nvSpPr>
        <p:spPr>
          <a:xfrm>
            <a:off x="8610480" y="6356520"/>
            <a:ext cx="2743200" cy="36504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hamest.tamrazyan@epfl.ch" TargetMode="External"/><Relationship Id="rId4" Type="http://schemas.openxmlformats.org/officeDocument/2006/relationships/hyperlink" Target="mailto:emanuela.boros@epfl.ch" TargetMode="External"/><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0" name="Shape 340"/>
        <p:cNvGrpSpPr/>
        <p:nvPr/>
      </p:nvGrpSpPr>
      <p:grpSpPr>
        <a:xfrm>
          <a:off x="0" y="0"/>
          <a:ext cx="0" cy="0"/>
          <a:chOff x="0" y="0"/>
          <a:chExt cx="0" cy="0"/>
        </a:xfrm>
      </p:grpSpPr>
      <p:sp>
        <p:nvSpPr>
          <p:cNvPr id="341" name="Google Shape;341;p66"/>
          <p:cNvSpPr txBox="1"/>
          <p:nvPr/>
        </p:nvSpPr>
        <p:spPr>
          <a:xfrm>
            <a:off x="1523880" y="714240"/>
            <a:ext cx="9144000" cy="2387520"/>
          </a:xfrm>
          <a:prstGeom prst="rect">
            <a:avLst/>
          </a:prstGeom>
          <a:noFill/>
          <a:ln>
            <a:noFill/>
          </a:ln>
        </p:spPr>
        <p:txBody>
          <a:bodyPr anchorCtr="1" anchor="b" bIns="45700" lIns="91425" spcFirstLastPara="1" rIns="91425" wrap="square" tIns="45700">
            <a:noAutofit/>
          </a:bodyPr>
          <a:lstStyle/>
          <a:p>
            <a:pPr indent="0" lvl="0" marL="0" marR="0" rtl="0" algn="ctr">
              <a:lnSpc>
                <a:spcPct val="90000"/>
              </a:lnSpc>
              <a:spcBef>
                <a:spcPts val="0"/>
              </a:spcBef>
              <a:spcAft>
                <a:spcPts val="0"/>
              </a:spcAft>
              <a:buNone/>
            </a:pPr>
            <a:r>
              <a:rPr b="1" i="0" lang="fr-FR" sz="5800" u="none" cap="none" strike="noStrike">
                <a:solidFill>
                  <a:srgbClr val="000000"/>
                </a:solidFill>
                <a:latin typeface="Calibri"/>
                <a:ea typeface="Calibri"/>
                <a:cs typeface="Calibri"/>
                <a:sym typeface="Calibri"/>
              </a:rPr>
              <a:t>Tracking the Weaponi</a:t>
            </a:r>
            <a:r>
              <a:rPr b="1" lang="fr-FR" sz="5800">
                <a:latin typeface="Calibri"/>
                <a:ea typeface="Calibri"/>
                <a:cs typeface="Calibri"/>
                <a:sym typeface="Calibri"/>
              </a:rPr>
              <a:t>s</a:t>
            </a:r>
            <a:r>
              <a:rPr b="1" i="0" lang="fr-FR" sz="5800" u="none" cap="none" strike="noStrike">
                <a:solidFill>
                  <a:srgbClr val="000000"/>
                </a:solidFill>
                <a:latin typeface="Calibri"/>
                <a:ea typeface="Calibri"/>
                <a:cs typeface="Calibri"/>
                <a:sym typeface="Calibri"/>
              </a:rPr>
              <a:t>ation and Manipulation of Cultural Heritage in Ukraine by Russia</a:t>
            </a:r>
            <a:endParaRPr b="0" i="0" sz="5800" u="none" cap="none" strike="noStrike">
              <a:latin typeface="Arial"/>
              <a:ea typeface="Arial"/>
              <a:cs typeface="Arial"/>
              <a:sym typeface="Arial"/>
            </a:endParaRPr>
          </a:p>
        </p:txBody>
      </p:sp>
      <p:sp>
        <p:nvSpPr>
          <p:cNvPr id="342" name="Google Shape;342;p66"/>
          <p:cNvSpPr txBox="1"/>
          <p:nvPr/>
        </p:nvSpPr>
        <p:spPr>
          <a:xfrm>
            <a:off x="1523880" y="3602160"/>
            <a:ext cx="9144000" cy="165564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None/>
            </a:pPr>
            <a:r>
              <a:rPr b="0" i="0" lang="fr-FR" sz="2000" u="none" cap="none" strike="noStrike">
                <a:solidFill>
                  <a:srgbClr val="000000"/>
                </a:solidFill>
                <a:latin typeface="Calibri"/>
                <a:ea typeface="Calibri"/>
                <a:cs typeface="Calibri"/>
                <a:sym typeface="Calibri"/>
              </a:rPr>
              <a:t>Hidri Mohamed Hedi   </a:t>
            </a:r>
            <a:r>
              <a:rPr b="0" i="0" lang="fr-FR" sz="2400" u="none" cap="none" strike="noStrike">
                <a:solidFill>
                  <a:srgbClr val="000000"/>
                </a:solidFill>
                <a:latin typeface="Calibri"/>
                <a:ea typeface="Calibri"/>
                <a:cs typeface="Calibri"/>
                <a:sym typeface="Calibri"/>
              </a:rPr>
              <a:t>                                       </a:t>
            </a:r>
            <a:r>
              <a:rPr b="0" i="0" lang="fr-FR" sz="2000" u="none" cap="none" strike="noStrike">
                <a:solidFill>
                  <a:srgbClr val="000000"/>
                </a:solidFill>
                <a:latin typeface="Calibri"/>
                <a:ea typeface="Calibri"/>
                <a:cs typeface="Calibri"/>
                <a:sym typeface="Calibri"/>
              </a:rPr>
              <a:t>Supervisors: </a:t>
            </a:r>
            <a:r>
              <a:rPr b="0" i="0" lang="fr-FR" sz="1400" u="sng" cap="none" strike="noStrike">
                <a:solidFill>
                  <a:schemeClr val="hlink"/>
                </a:solidFill>
                <a:latin typeface="Calibri"/>
                <a:ea typeface="Calibri"/>
                <a:cs typeface="Calibri"/>
                <a:sym typeface="Calibri"/>
                <a:hlinkClick r:id="rId3"/>
              </a:rPr>
              <a:t>Hamest Tamrazyan,</a:t>
            </a:r>
            <a:r>
              <a:rPr b="0" i="0" lang="fr-FR" sz="1400" u="none" cap="none" strike="noStrike">
                <a:solidFill>
                  <a:srgbClr val="212121"/>
                </a:solidFill>
                <a:latin typeface="Calibri"/>
                <a:ea typeface="Calibri"/>
                <a:cs typeface="Calibri"/>
                <a:sym typeface="Calibri"/>
              </a:rPr>
              <a:t> </a:t>
            </a:r>
            <a:r>
              <a:rPr b="0" i="0" lang="fr-FR" sz="1400" u="sng" cap="none" strike="noStrike">
                <a:solidFill>
                  <a:schemeClr val="hlink"/>
                </a:solidFill>
                <a:latin typeface="Calibri"/>
                <a:ea typeface="Calibri"/>
                <a:cs typeface="Calibri"/>
                <a:sym typeface="Calibri"/>
                <a:hlinkClick r:id="rId4"/>
              </a:rPr>
              <a:t>Emanuela Boros</a:t>
            </a:r>
            <a:endParaRPr b="0" i="0" sz="1400" u="none" cap="none" strike="noStrike">
              <a:latin typeface="Arial"/>
              <a:ea typeface="Arial"/>
              <a:cs typeface="Arial"/>
              <a:sym typeface="Arial"/>
            </a:endParaRPr>
          </a:p>
        </p:txBody>
      </p:sp>
      <p:pic>
        <p:nvPicPr>
          <p:cNvPr id="343" name="Google Shape;343;p66"/>
          <p:cNvPicPr preferRelativeResize="0"/>
          <p:nvPr/>
        </p:nvPicPr>
        <p:blipFill rotWithShape="1">
          <a:blip r:embed="rId5">
            <a:alphaModFix/>
          </a:blip>
          <a:srcRect b="0" l="0" r="0" t="0"/>
          <a:stretch/>
        </p:blipFill>
        <p:spPr>
          <a:xfrm>
            <a:off x="797040" y="4552560"/>
            <a:ext cx="2743200" cy="1542960"/>
          </a:xfrm>
          <a:prstGeom prst="rect">
            <a:avLst/>
          </a:prstGeom>
          <a:noFill/>
          <a:ln>
            <a:noFill/>
          </a:ln>
        </p:spPr>
      </p:pic>
      <p:sp>
        <p:nvSpPr>
          <p:cNvPr id="344" name="Google Shape;344;p66"/>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t/>
            </a:r>
            <a:endParaRPr/>
          </a:p>
        </p:txBody>
      </p:sp>
      <p:sp>
        <p:nvSpPr>
          <p:cNvPr id="345" name="Google Shape;345;p66"/>
          <p:cNvSpPr txBox="1"/>
          <p:nvPr/>
        </p:nvSpPr>
        <p:spPr>
          <a:xfrm>
            <a:off x="317225" y="6178750"/>
            <a:ext cx="896400" cy="3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sz="1800"/>
              <a:t>1/13</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9" name="Shape 349"/>
        <p:cNvGrpSpPr/>
        <p:nvPr/>
      </p:nvGrpSpPr>
      <p:grpSpPr>
        <a:xfrm>
          <a:off x="0" y="0"/>
          <a:ext cx="0" cy="0"/>
          <a:chOff x="0" y="0"/>
          <a:chExt cx="0" cy="0"/>
        </a:xfrm>
      </p:grpSpPr>
      <p:sp>
        <p:nvSpPr>
          <p:cNvPr id="350" name="Google Shape;350;p67"/>
          <p:cNvSpPr txBox="1"/>
          <p:nvPr/>
        </p:nvSpPr>
        <p:spPr>
          <a:xfrm>
            <a:off x="491760" y="-1080"/>
            <a:ext cx="10515600" cy="1325520"/>
          </a:xfrm>
          <a:prstGeom prst="rect">
            <a:avLst/>
          </a:prstGeom>
          <a:noFill/>
          <a:ln>
            <a:noFill/>
          </a:ln>
        </p:spPr>
        <p:txBody>
          <a:bodyPr anchorCtr="1" anchor="ctr" bIns="45700" lIns="91425" spcFirstLastPara="1" rIns="91425" wrap="square" tIns="45700">
            <a:normAutofit/>
          </a:bodyPr>
          <a:lstStyle/>
          <a:p>
            <a:pPr indent="0" lvl="0" marL="0" marR="0" rtl="0" algn="ctr">
              <a:lnSpc>
                <a:spcPct val="90000"/>
              </a:lnSpc>
              <a:spcBef>
                <a:spcPts val="0"/>
              </a:spcBef>
              <a:spcAft>
                <a:spcPts val="0"/>
              </a:spcAft>
              <a:buNone/>
            </a:pPr>
            <a:r>
              <a:rPr b="0" i="0" lang="fr-FR" sz="4400" u="none" cap="none" strike="noStrike">
                <a:solidFill>
                  <a:srgbClr val="000000"/>
                </a:solidFill>
                <a:latin typeface="Calibri"/>
                <a:ea typeface="Calibri"/>
                <a:cs typeface="Calibri"/>
                <a:sym typeface="Calibri"/>
              </a:rPr>
              <a:t>Weaponisation of cultural heritage</a:t>
            </a:r>
            <a:endParaRPr b="0" i="0" sz="4400" u="none" cap="none" strike="noStrike">
              <a:latin typeface="Arial"/>
              <a:ea typeface="Arial"/>
              <a:cs typeface="Arial"/>
              <a:sym typeface="Arial"/>
            </a:endParaRPr>
          </a:p>
        </p:txBody>
      </p:sp>
      <p:sp>
        <p:nvSpPr>
          <p:cNvPr id="351" name="Google Shape;351;p67"/>
          <p:cNvSpPr txBox="1"/>
          <p:nvPr/>
        </p:nvSpPr>
        <p:spPr>
          <a:xfrm>
            <a:off x="838190" y="1476165"/>
            <a:ext cx="10515600" cy="43512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5000"/>
              </a:lnSpc>
              <a:spcBef>
                <a:spcPts val="1200"/>
              </a:spcBef>
              <a:spcAft>
                <a:spcPts val="0"/>
              </a:spcAft>
              <a:buNone/>
            </a:pPr>
            <a:r>
              <a:rPr b="1" lang="fr-FR" sz="5600">
                <a:solidFill>
                  <a:schemeClr val="dk1"/>
                </a:solidFill>
              </a:rPr>
              <a:t>Problem:</a:t>
            </a:r>
            <a:endParaRPr b="1" sz="5600">
              <a:solidFill>
                <a:schemeClr val="dk1"/>
              </a:solidFill>
            </a:endParaRPr>
          </a:p>
          <a:p>
            <a:pPr indent="-317500" lvl="0" marL="457200" rtl="0" algn="l">
              <a:lnSpc>
                <a:spcPct val="115000"/>
              </a:lnSpc>
              <a:spcBef>
                <a:spcPts val="1200"/>
              </a:spcBef>
              <a:spcAft>
                <a:spcPts val="0"/>
              </a:spcAft>
              <a:buClr>
                <a:schemeClr val="dk1"/>
              </a:buClr>
              <a:buSzPct val="100000"/>
              <a:buChar char="●"/>
            </a:pPr>
            <a:r>
              <a:rPr lang="fr-FR" sz="5600">
                <a:solidFill>
                  <a:schemeClr val="dk1"/>
                </a:solidFill>
              </a:rPr>
              <a:t>Cultural heritage is exploited as a strategic tool for political and ideological gain.</a:t>
            </a:r>
            <a:br>
              <a:rPr lang="fr-FR" sz="5600">
                <a:solidFill>
                  <a:schemeClr val="dk1"/>
                </a:solidFill>
              </a:rPr>
            </a:br>
            <a:endParaRPr sz="5600">
              <a:solidFill>
                <a:schemeClr val="dk1"/>
              </a:solidFill>
            </a:endParaRPr>
          </a:p>
          <a:p>
            <a:pPr indent="-317500" lvl="0" marL="457200" rtl="0" algn="l">
              <a:lnSpc>
                <a:spcPct val="115000"/>
              </a:lnSpc>
              <a:spcBef>
                <a:spcPts val="0"/>
              </a:spcBef>
              <a:spcAft>
                <a:spcPts val="0"/>
              </a:spcAft>
              <a:buClr>
                <a:schemeClr val="dk1"/>
              </a:buClr>
              <a:buSzPct val="100000"/>
              <a:buChar char="●"/>
            </a:pPr>
            <a:r>
              <a:rPr lang="fr-FR" sz="5600">
                <a:solidFill>
                  <a:schemeClr val="dk1"/>
                </a:solidFill>
              </a:rPr>
              <a:t>Involves reinterpreting history and identity to serve strategic objectives.</a:t>
            </a:r>
            <a:br>
              <a:rPr lang="fr-FR" sz="5600">
                <a:solidFill>
                  <a:schemeClr val="dk1"/>
                </a:solidFill>
              </a:rPr>
            </a:br>
            <a:endParaRPr sz="5600">
              <a:solidFill>
                <a:schemeClr val="dk1"/>
              </a:solidFill>
            </a:endParaRPr>
          </a:p>
          <a:p>
            <a:pPr indent="0" lvl="0" marL="0" rtl="0" algn="l">
              <a:lnSpc>
                <a:spcPct val="115000"/>
              </a:lnSpc>
              <a:spcBef>
                <a:spcPts val="1200"/>
              </a:spcBef>
              <a:spcAft>
                <a:spcPts val="0"/>
              </a:spcAft>
              <a:buNone/>
            </a:pPr>
            <a:r>
              <a:rPr b="1" lang="fr-FR" sz="5600">
                <a:solidFill>
                  <a:schemeClr val="dk1"/>
                </a:solidFill>
              </a:rPr>
              <a:t>Challenges:</a:t>
            </a:r>
            <a:endParaRPr b="1" sz="5600">
              <a:solidFill>
                <a:schemeClr val="dk1"/>
              </a:solidFill>
            </a:endParaRPr>
          </a:p>
          <a:p>
            <a:pPr indent="-317500" lvl="0" marL="457200" rtl="0" algn="l">
              <a:lnSpc>
                <a:spcPct val="115000"/>
              </a:lnSpc>
              <a:spcBef>
                <a:spcPts val="1200"/>
              </a:spcBef>
              <a:spcAft>
                <a:spcPts val="0"/>
              </a:spcAft>
              <a:buClr>
                <a:schemeClr val="dk1"/>
              </a:buClr>
              <a:buSzPct val="100000"/>
              <a:buChar char="●"/>
            </a:pPr>
            <a:r>
              <a:rPr lang="fr-FR" sz="5600">
                <a:solidFill>
                  <a:schemeClr val="dk1"/>
                </a:solidFill>
              </a:rPr>
              <a:t>Lack of available resources or systematic tools for detecting weaponisation of cultural heritage.</a:t>
            </a:r>
            <a:br>
              <a:rPr lang="fr-FR" sz="5600">
                <a:solidFill>
                  <a:schemeClr val="dk1"/>
                </a:solidFill>
              </a:rPr>
            </a:br>
            <a:endParaRPr sz="5600">
              <a:solidFill>
                <a:schemeClr val="dk1"/>
              </a:solidFill>
            </a:endParaRPr>
          </a:p>
          <a:p>
            <a:pPr indent="-317500" lvl="0" marL="457200" rtl="0" algn="l">
              <a:lnSpc>
                <a:spcPct val="115000"/>
              </a:lnSpc>
              <a:spcBef>
                <a:spcPts val="0"/>
              </a:spcBef>
              <a:spcAft>
                <a:spcPts val="0"/>
              </a:spcAft>
              <a:buClr>
                <a:schemeClr val="dk1"/>
              </a:buClr>
              <a:buSzPct val="100000"/>
              <a:buChar char="●"/>
            </a:pPr>
            <a:r>
              <a:rPr lang="fr-FR" sz="5600">
                <a:solidFill>
                  <a:schemeClr val="dk1"/>
                </a:solidFill>
              </a:rPr>
              <a:t>Absence of comprehensive datasets to track subtle narrative shifts.</a:t>
            </a:r>
            <a:br>
              <a:rPr lang="fr-FR" sz="5600">
                <a:solidFill>
                  <a:schemeClr val="dk1"/>
                </a:solidFill>
              </a:rPr>
            </a:br>
            <a:endParaRPr sz="5600">
              <a:solidFill>
                <a:schemeClr val="dk1"/>
              </a:solidFill>
            </a:endParaRPr>
          </a:p>
          <a:p>
            <a:pPr indent="0" lvl="0" marL="0" rtl="0" algn="l">
              <a:lnSpc>
                <a:spcPct val="115000"/>
              </a:lnSpc>
              <a:spcBef>
                <a:spcPts val="1200"/>
              </a:spcBef>
              <a:spcAft>
                <a:spcPts val="0"/>
              </a:spcAft>
              <a:buNone/>
            </a:pPr>
            <a:r>
              <a:rPr b="1" lang="fr-FR" sz="5600">
                <a:solidFill>
                  <a:schemeClr val="dk1"/>
                </a:solidFill>
              </a:rPr>
              <a:t>Solution:</a:t>
            </a:r>
            <a:endParaRPr b="1" sz="5600">
              <a:solidFill>
                <a:schemeClr val="dk1"/>
              </a:solidFill>
            </a:endParaRPr>
          </a:p>
          <a:p>
            <a:pPr indent="-317500" lvl="0" marL="457200" rtl="0" algn="l">
              <a:lnSpc>
                <a:spcPct val="115000"/>
              </a:lnSpc>
              <a:spcBef>
                <a:spcPts val="1200"/>
              </a:spcBef>
              <a:spcAft>
                <a:spcPts val="0"/>
              </a:spcAft>
              <a:buClr>
                <a:schemeClr val="dk1"/>
              </a:buClr>
              <a:buSzPct val="100000"/>
              <a:buChar char="●"/>
            </a:pPr>
            <a:r>
              <a:rPr lang="fr-FR" sz="5600">
                <a:solidFill>
                  <a:schemeClr val="dk1"/>
                </a:solidFill>
              </a:rPr>
              <a:t>Develop a taxonomy to categorise different forms of weaponisation.</a:t>
            </a:r>
            <a:br>
              <a:rPr lang="fr-FR" sz="5600">
                <a:solidFill>
                  <a:schemeClr val="dk1"/>
                </a:solidFill>
              </a:rPr>
            </a:br>
            <a:endParaRPr sz="5600">
              <a:solidFill>
                <a:schemeClr val="dk1"/>
              </a:solidFill>
            </a:endParaRPr>
          </a:p>
          <a:p>
            <a:pPr indent="-317500" lvl="0" marL="457200" rtl="0" algn="l">
              <a:lnSpc>
                <a:spcPct val="115000"/>
              </a:lnSpc>
              <a:spcBef>
                <a:spcPts val="0"/>
              </a:spcBef>
              <a:spcAft>
                <a:spcPts val="0"/>
              </a:spcAft>
              <a:buClr>
                <a:schemeClr val="dk1"/>
              </a:buClr>
              <a:buSzPct val="100000"/>
              <a:buChar char="●"/>
            </a:pPr>
            <a:r>
              <a:rPr lang="fr-FR" sz="5600">
                <a:solidFill>
                  <a:schemeClr val="dk1"/>
                </a:solidFill>
              </a:rPr>
              <a:t>Build a comprehensive dataset for detecting and analysing manipulated cultural narratives.</a:t>
            </a:r>
            <a:br>
              <a:rPr lang="fr-FR" sz="5600">
                <a:solidFill>
                  <a:schemeClr val="dk1"/>
                </a:solidFill>
              </a:rPr>
            </a:br>
            <a:endParaRPr sz="5600">
              <a:solidFill>
                <a:schemeClr val="dk1"/>
              </a:solidFill>
            </a:endParaRPr>
          </a:p>
          <a:p>
            <a:pPr indent="-317500" lvl="0" marL="457200" rtl="0" algn="l">
              <a:lnSpc>
                <a:spcPct val="115000"/>
              </a:lnSpc>
              <a:spcBef>
                <a:spcPts val="0"/>
              </a:spcBef>
              <a:spcAft>
                <a:spcPts val="0"/>
              </a:spcAft>
              <a:buClr>
                <a:schemeClr val="dk1"/>
              </a:buClr>
              <a:buSzPct val="100000"/>
              <a:buChar char="●"/>
            </a:pPr>
            <a:r>
              <a:rPr lang="fr-FR" sz="5600">
                <a:solidFill>
                  <a:schemeClr val="dk1"/>
                </a:solidFill>
              </a:rPr>
              <a:t>Aim to be able to detect weaponisation in a systematic and reliable manner.</a:t>
            </a:r>
            <a:br>
              <a:rPr lang="fr-FR" sz="5600">
                <a:solidFill>
                  <a:schemeClr val="dk1"/>
                </a:solidFill>
              </a:rPr>
            </a:br>
            <a:endParaRPr sz="5600">
              <a:solidFill>
                <a:schemeClr val="dk1"/>
              </a:solidFill>
            </a:endParaRPr>
          </a:p>
          <a:p>
            <a:pPr indent="0" lvl="0" marL="0" marR="0" rtl="0" algn="l">
              <a:lnSpc>
                <a:spcPct val="90000"/>
              </a:lnSpc>
              <a:spcBef>
                <a:spcPts val="1200"/>
              </a:spcBef>
              <a:spcAft>
                <a:spcPts val="0"/>
              </a:spcAft>
              <a:buNone/>
            </a:pPr>
            <a:r>
              <a:t/>
            </a:r>
            <a:endParaRPr sz="2800">
              <a:latin typeface="Calibri"/>
              <a:ea typeface="Calibri"/>
              <a:cs typeface="Calibri"/>
              <a:sym typeface="Calibri"/>
            </a:endParaRPr>
          </a:p>
          <a:p>
            <a:pPr indent="0" lvl="0" marL="0" marR="0" rtl="0" algn="l">
              <a:lnSpc>
                <a:spcPct val="90000"/>
              </a:lnSpc>
              <a:spcBef>
                <a:spcPts val="0"/>
              </a:spcBef>
              <a:spcAft>
                <a:spcPts val="0"/>
              </a:spcAft>
              <a:buNone/>
            </a:pPr>
            <a:r>
              <a:t/>
            </a:r>
            <a:endParaRPr sz="2800">
              <a:latin typeface="Calibri"/>
              <a:ea typeface="Calibri"/>
              <a:cs typeface="Calibri"/>
              <a:sym typeface="Calibri"/>
            </a:endParaRPr>
          </a:p>
          <a:p>
            <a:pPr indent="-228600" lvl="0" marL="228600" marR="0" rtl="0" algn="l">
              <a:lnSpc>
                <a:spcPct val="90000"/>
              </a:lnSpc>
              <a:spcBef>
                <a:spcPts val="1001"/>
              </a:spcBef>
              <a:spcAft>
                <a:spcPts val="0"/>
              </a:spcAft>
              <a:buNone/>
            </a:pPr>
            <a:r>
              <a:t/>
            </a:r>
            <a:endParaRPr b="0" i="0" sz="2800" u="none" cap="none" strike="noStrike">
              <a:latin typeface="Arial"/>
              <a:ea typeface="Arial"/>
              <a:cs typeface="Arial"/>
              <a:sym typeface="Arial"/>
            </a:endParaRPr>
          </a:p>
          <a:p>
            <a:pPr indent="0" lvl="0" marL="0" marR="0" rtl="0" algn="l">
              <a:lnSpc>
                <a:spcPct val="90000"/>
              </a:lnSpc>
              <a:spcBef>
                <a:spcPts val="1001"/>
              </a:spcBef>
              <a:spcAft>
                <a:spcPts val="0"/>
              </a:spcAft>
              <a:buNone/>
            </a:pPr>
            <a:r>
              <a:rPr b="0" i="0" lang="fr-FR" sz="2800" u="none" cap="none" strike="noStrike">
                <a:solidFill>
                  <a:srgbClr val="000000"/>
                </a:solidFill>
                <a:latin typeface="Calibri"/>
                <a:ea typeface="Calibri"/>
                <a:cs typeface="Calibri"/>
                <a:sym typeface="Calibri"/>
              </a:rPr>
              <a:t> </a:t>
            </a:r>
            <a:endParaRPr b="0" i="0" sz="2800" u="none" cap="none" strike="noStrike">
              <a:latin typeface="Arial"/>
              <a:ea typeface="Arial"/>
              <a:cs typeface="Arial"/>
              <a:sym typeface="Arial"/>
            </a:endParaRPr>
          </a:p>
        </p:txBody>
      </p:sp>
      <p:sp>
        <p:nvSpPr>
          <p:cNvPr id="352" name="Google Shape;352;p67"/>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t/>
            </a:r>
            <a:endParaRPr/>
          </a:p>
        </p:txBody>
      </p:sp>
      <p:sp>
        <p:nvSpPr>
          <p:cNvPr id="353" name="Google Shape;353;p67"/>
          <p:cNvSpPr txBox="1"/>
          <p:nvPr/>
        </p:nvSpPr>
        <p:spPr>
          <a:xfrm>
            <a:off x="0" y="636477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800">
                <a:solidFill>
                  <a:schemeClr val="dk1"/>
                </a:solidFill>
              </a:rPr>
              <a:t>2</a:t>
            </a:r>
            <a:r>
              <a:rPr lang="fr-FR" sz="1800">
                <a:solidFill>
                  <a:schemeClr val="dk1"/>
                </a:solidFill>
              </a:rPr>
              <a:t>/13</a:t>
            </a:r>
            <a:endParaRPr sz="1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 name="Shape 357"/>
        <p:cNvGrpSpPr/>
        <p:nvPr/>
      </p:nvGrpSpPr>
      <p:grpSpPr>
        <a:xfrm>
          <a:off x="0" y="0"/>
          <a:ext cx="0" cy="0"/>
          <a:chOff x="0" y="0"/>
          <a:chExt cx="0" cy="0"/>
        </a:xfrm>
      </p:grpSpPr>
      <p:sp>
        <p:nvSpPr>
          <p:cNvPr id="358" name="Google Shape;358;p68"/>
          <p:cNvSpPr txBox="1"/>
          <p:nvPr/>
        </p:nvSpPr>
        <p:spPr>
          <a:xfrm>
            <a:off x="838080" y="365040"/>
            <a:ext cx="10515600" cy="132552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lang="fr-FR" sz="3400">
                <a:latin typeface="Calibri"/>
                <a:ea typeface="Calibri"/>
                <a:cs typeface="Calibri"/>
                <a:sym typeface="Calibri"/>
              </a:rPr>
              <a:t>Case Study: </a:t>
            </a:r>
            <a:r>
              <a:rPr b="0" lang="fr-FR" sz="3000" u="none" cap="none" strike="noStrike">
                <a:solidFill>
                  <a:srgbClr val="000000"/>
                </a:solidFill>
                <a:latin typeface="Calibri"/>
                <a:ea typeface="Calibri"/>
                <a:cs typeface="Calibri"/>
                <a:sym typeface="Calibri"/>
              </a:rPr>
              <a:t>Weaponisation in the Context of the War </a:t>
            </a:r>
            <a:r>
              <a:rPr lang="fr-FR" sz="3000">
                <a:latin typeface="Calibri"/>
                <a:ea typeface="Calibri"/>
                <a:cs typeface="Calibri"/>
                <a:sym typeface="Calibri"/>
              </a:rPr>
              <a:t>in</a:t>
            </a:r>
            <a:r>
              <a:rPr b="0" lang="fr-FR" sz="3000" u="none" cap="none" strike="noStrike">
                <a:solidFill>
                  <a:srgbClr val="000000"/>
                </a:solidFill>
                <a:latin typeface="Calibri"/>
                <a:ea typeface="Calibri"/>
                <a:cs typeface="Calibri"/>
                <a:sym typeface="Calibri"/>
              </a:rPr>
              <a:t> </a:t>
            </a:r>
            <a:r>
              <a:rPr lang="fr-FR" sz="3000">
                <a:solidFill>
                  <a:schemeClr val="dk1"/>
                </a:solidFill>
                <a:latin typeface="Calibri"/>
                <a:ea typeface="Calibri"/>
                <a:cs typeface="Calibri"/>
                <a:sym typeface="Calibri"/>
              </a:rPr>
              <a:t>Ukraine</a:t>
            </a:r>
            <a:endParaRPr b="0" sz="3000" u="none" cap="none" strike="noStrike">
              <a:latin typeface="Arial"/>
              <a:ea typeface="Arial"/>
              <a:cs typeface="Arial"/>
              <a:sym typeface="Arial"/>
            </a:endParaRPr>
          </a:p>
        </p:txBody>
      </p:sp>
      <p:sp>
        <p:nvSpPr>
          <p:cNvPr id="359" name="Google Shape;359;p68"/>
          <p:cNvSpPr txBox="1"/>
          <p:nvPr/>
        </p:nvSpPr>
        <p:spPr>
          <a:xfrm>
            <a:off x="838080" y="1825560"/>
            <a:ext cx="10515600" cy="4351320"/>
          </a:xfrm>
          <a:prstGeom prst="rect">
            <a:avLst/>
          </a:prstGeom>
          <a:noFill/>
          <a:ln>
            <a:noFill/>
          </a:ln>
        </p:spPr>
        <p:txBody>
          <a:bodyPr anchorCtr="0" anchor="t" bIns="45700" lIns="91425" spcFirstLastPara="1" rIns="91425" wrap="square" tIns="45700">
            <a:normAutofit/>
          </a:bodyPr>
          <a:lstStyle/>
          <a:p>
            <a:pPr indent="-323850" lvl="0" marL="457200" rtl="0" algn="l">
              <a:lnSpc>
                <a:spcPct val="115000"/>
              </a:lnSpc>
              <a:spcBef>
                <a:spcPts val="1200"/>
              </a:spcBef>
              <a:spcAft>
                <a:spcPts val="0"/>
              </a:spcAft>
              <a:buClr>
                <a:schemeClr val="dk1"/>
              </a:buClr>
              <a:buSzPts val="1500"/>
              <a:buChar char="●"/>
            </a:pPr>
            <a:r>
              <a:rPr b="1" lang="fr-FR" sz="1500">
                <a:solidFill>
                  <a:schemeClr val="dk1"/>
                </a:solidFill>
              </a:rPr>
              <a:t>Current Situation:</a:t>
            </a:r>
            <a:r>
              <a:rPr lang="fr-FR" sz="1500">
                <a:solidFill>
                  <a:schemeClr val="dk1"/>
                </a:solidFill>
              </a:rPr>
              <a:t> Ongoing war in Ukraine has intensified political and ideological struggles over cultural heritage.</a:t>
            </a:r>
            <a:br>
              <a:rPr lang="fr-FR" sz="1500">
                <a:solidFill>
                  <a:schemeClr val="dk1"/>
                </a:solidFill>
              </a:rPr>
            </a:b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fr-FR" sz="1500">
                <a:solidFill>
                  <a:schemeClr val="dk1"/>
                </a:solidFill>
              </a:rPr>
              <a:t>Historical Narrative Revision:</a:t>
            </a:r>
            <a:r>
              <a:rPr lang="fr-FR" sz="1500">
                <a:solidFill>
                  <a:schemeClr val="dk1"/>
                </a:solidFill>
              </a:rPr>
              <a:t> Deliberate rewriting of history to legitimize territorial claims and support aggressive agendas.</a:t>
            </a:r>
            <a:br>
              <a:rPr lang="fr-FR" sz="1500">
                <a:solidFill>
                  <a:schemeClr val="dk1"/>
                </a:solidFill>
              </a:rPr>
            </a:b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fr-FR" sz="1500">
                <a:solidFill>
                  <a:schemeClr val="dk1"/>
                </a:solidFill>
              </a:rPr>
              <a:t>Loaded Language &amp; Biased Framing:</a:t>
            </a:r>
            <a:r>
              <a:rPr lang="fr-FR" sz="1500">
                <a:solidFill>
                  <a:schemeClr val="dk1"/>
                </a:solidFill>
              </a:rPr>
              <a:t> Use of charged terminology and distorted framing to discredit and undermine Ukrainian heritage.</a:t>
            </a:r>
            <a:endParaRPr sz="1500">
              <a:solidFill>
                <a:schemeClr val="dk1"/>
              </a:solidFill>
            </a:endParaRPr>
          </a:p>
          <a:p>
            <a:pPr indent="0" lvl="0" marL="0" marR="0" rtl="0" algn="l">
              <a:lnSpc>
                <a:spcPct val="90000"/>
              </a:lnSpc>
              <a:spcBef>
                <a:spcPts val="1200"/>
              </a:spcBef>
              <a:spcAft>
                <a:spcPts val="0"/>
              </a:spcAft>
              <a:buNone/>
            </a:pPr>
            <a:r>
              <a:t/>
            </a:r>
            <a:endParaRPr sz="2800">
              <a:latin typeface="Calibri"/>
              <a:ea typeface="Calibri"/>
              <a:cs typeface="Calibri"/>
              <a:sym typeface="Calibri"/>
            </a:endParaRPr>
          </a:p>
        </p:txBody>
      </p:sp>
      <p:sp>
        <p:nvSpPr>
          <p:cNvPr id="360" name="Google Shape;360;p68"/>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t/>
            </a:r>
            <a:endParaRPr/>
          </a:p>
        </p:txBody>
      </p:sp>
      <p:sp>
        <p:nvSpPr>
          <p:cNvPr id="361" name="Google Shape;361;p68"/>
          <p:cNvSpPr txBox="1"/>
          <p:nvPr/>
        </p:nvSpPr>
        <p:spPr>
          <a:xfrm>
            <a:off x="0" y="636477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800">
                <a:solidFill>
                  <a:schemeClr val="dk1"/>
                </a:solidFill>
              </a:rPr>
              <a:t>3</a:t>
            </a:r>
            <a:r>
              <a:rPr lang="fr-FR" sz="1800">
                <a:solidFill>
                  <a:schemeClr val="dk1"/>
                </a:solidFill>
              </a:rPr>
              <a:t>/13</a:t>
            </a:r>
            <a:endParaRPr sz="1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5" name="Shape 365"/>
        <p:cNvGrpSpPr/>
        <p:nvPr/>
      </p:nvGrpSpPr>
      <p:grpSpPr>
        <a:xfrm>
          <a:off x="0" y="0"/>
          <a:ext cx="0" cy="0"/>
          <a:chOff x="0" y="0"/>
          <a:chExt cx="0" cy="0"/>
        </a:xfrm>
      </p:grpSpPr>
      <p:sp>
        <p:nvSpPr>
          <p:cNvPr id="366" name="Google Shape;366;p69"/>
          <p:cNvSpPr txBox="1"/>
          <p:nvPr/>
        </p:nvSpPr>
        <p:spPr>
          <a:xfrm>
            <a:off x="838080" y="365040"/>
            <a:ext cx="10515600" cy="1325520"/>
          </a:xfrm>
          <a:prstGeom prst="rect">
            <a:avLst/>
          </a:prstGeom>
          <a:noFill/>
          <a:ln>
            <a:noFill/>
          </a:ln>
        </p:spPr>
        <p:txBody>
          <a:bodyPr anchorCtr="1" anchor="ctr" bIns="45700" lIns="91425" spcFirstLastPara="1" rIns="91425" wrap="square" tIns="45700">
            <a:normAutofit/>
          </a:bodyPr>
          <a:lstStyle/>
          <a:p>
            <a:pPr indent="0" lvl="0" marL="0" marR="0" rtl="0" algn="ctr">
              <a:lnSpc>
                <a:spcPct val="90000"/>
              </a:lnSpc>
              <a:spcBef>
                <a:spcPts val="0"/>
              </a:spcBef>
              <a:spcAft>
                <a:spcPts val="0"/>
              </a:spcAft>
              <a:buNone/>
            </a:pPr>
            <a:r>
              <a:rPr lang="fr-FR" sz="2800">
                <a:latin typeface="Calibri"/>
                <a:ea typeface="Calibri"/>
                <a:cs typeface="Calibri"/>
                <a:sym typeface="Calibri"/>
              </a:rPr>
              <a:t>E</a:t>
            </a:r>
            <a:r>
              <a:rPr b="0" i="0" lang="fr-FR" sz="2800" u="none" cap="none" strike="noStrike">
                <a:solidFill>
                  <a:srgbClr val="000000"/>
                </a:solidFill>
                <a:latin typeface="Calibri"/>
                <a:ea typeface="Calibri"/>
                <a:cs typeface="Calibri"/>
                <a:sym typeface="Calibri"/>
              </a:rPr>
              <a:t>xample of the weaponisation of terms and narratives: </a:t>
            </a:r>
            <a:endParaRPr b="0" i="0" sz="2800" u="none" cap="none" strike="noStrike">
              <a:latin typeface="Arial"/>
              <a:ea typeface="Arial"/>
              <a:cs typeface="Arial"/>
              <a:sym typeface="Arial"/>
            </a:endParaRPr>
          </a:p>
        </p:txBody>
      </p:sp>
      <p:sp>
        <p:nvSpPr>
          <p:cNvPr id="367" name="Google Shape;367;p69"/>
          <p:cNvSpPr txBox="1"/>
          <p:nvPr/>
        </p:nvSpPr>
        <p:spPr>
          <a:xfrm>
            <a:off x="838205" y="1852010"/>
            <a:ext cx="10515600" cy="435120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90000"/>
              </a:lnSpc>
              <a:spcBef>
                <a:spcPts val="1001"/>
              </a:spcBef>
              <a:spcAft>
                <a:spcPts val="0"/>
              </a:spcAft>
              <a:buClr>
                <a:schemeClr val="dk1"/>
              </a:buClr>
              <a:buSzPct val="61111"/>
              <a:buFont typeface="Arial"/>
              <a:buNone/>
            </a:pPr>
            <a:r>
              <a:rPr b="1" lang="fr-FR" sz="1800">
                <a:solidFill>
                  <a:schemeClr val="dk1"/>
                </a:solidFill>
              </a:rPr>
              <a:t>Ukraine’s Perspective:</a:t>
            </a:r>
            <a:br>
              <a:rPr b="1" lang="fr-FR" sz="1800">
                <a:solidFill>
                  <a:schemeClr val="dk1"/>
                </a:solidFill>
              </a:rPr>
            </a:br>
            <a:endParaRPr b="1" sz="1800">
              <a:solidFill>
                <a:schemeClr val="dk1"/>
              </a:solidFill>
            </a:endParaRPr>
          </a:p>
          <a:p>
            <a:pPr indent="-308610" lvl="0" marL="457200" rtl="0" algn="l">
              <a:lnSpc>
                <a:spcPct val="115000"/>
              </a:lnSpc>
              <a:spcBef>
                <a:spcPts val="1200"/>
              </a:spcBef>
              <a:spcAft>
                <a:spcPts val="0"/>
              </a:spcAft>
              <a:buClr>
                <a:schemeClr val="dk1"/>
              </a:buClr>
              <a:buSzPct val="100000"/>
              <a:buChar char="●"/>
            </a:pPr>
            <a:r>
              <a:rPr lang="fr-FR" sz="1800">
                <a:solidFill>
                  <a:schemeClr val="dk1"/>
                </a:solidFill>
              </a:rPr>
              <a:t>"Russian occupation of Crimea"</a:t>
            </a:r>
            <a:br>
              <a:rPr lang="fr-FR" sz="1800">
                <a:solidFill>
                  <a:schemeClr val="dk1"/>
                </a:solidFill>
              </a:rPr>
            </a:br>
            <a:endParaRPr sz="1800">
              <a:solidFill>
                <a:schemeClr val="dk1"/>
              </a:solidFill>
            </a:endParaRPr>
          </a:p>
          <a:p>
            <a:pPr indent="-308610" lvl="0" marL="457200" rtl="0" algn="l">
              <a:lnSpc>
                <a:spcPct val="115000"/>
              </a:lnSpc>
              <a:spcBef>
                <a:spcPts val="0"/>
              </a:spcBef>
              <a:spcAft>
                <a:spcPts val="0"/>
              </a:spcAft>
              <a:buClr>
                <a:schemeClr val="dk1"/>
              </a:buClr>
              <a:buSzPct val="100000"/>
              <a:buChar char="●"/>
            </a:pPr>
            <a:r>
              <a:rPr lang="fr-FR" sz="1800">
                <a:solidFill>
                  <a:schemeClr val="dk1"/>
                </a:solidFill>
              </a:rPr>
              <a:t>"Russian destruction of cultural sites"</a:t>
            </a:r>
            <a:br>
              <a:rPr lang="fr-FR" sz="1800">
                <a:solidFill>
                  <a:schemeClr val="dk1"/>
                </a:solidFill>
              </a:rPr>
            </a:br>
            <a:endParaRPr sz="1800">
              <a:solidFill>
                <a:schemeClr val="dk1"/>
              </a:solidFill>
            </a:endParaRPr>
          </a:p>
          <a:p>
            <a:pPr indent="-308610" lvl="0" marL="457200" rtl="0" algn="l">
              <a:lnSpc>
                <a:spcPct val="115000"/>
              </a:lnSpc>
              <a:spcBef>
                <a:spcPts val="0"/>
              </a:spcBef>
              <a:spcAft>
                <a:spcPts val="0"/>
              </a:spcAft>
              <a:buClr>
                <a:schemeClr val="dk1"/>
              </a:buClr>
              <a:buSzPct val="100000"/>
              <a:buChar char="●"/>
            </a:pPr>
            <a:r>
              <a:rPr lang="fr-FR" sz="1800">
                <a:solidFill>
                  <a:schemeClr val="dk1"/>
                </a:solidFill>
              </a:rPr>
              <a:t>"Ukrainian language suppression in occupied territories"</a:t>
            </a:r>
            <a:br>
              <a:rPr lang="fr-FR" sz="1800">
                <a:solidFill>
                  <a:schemeClr val="dk1"/>
                </a:solidFill>
              </a:rPr>
            </a:br>
            <a:endParaRPr sz="1800">
              <a:solidFill>
                <a:schemeClr val="dk1"/>
              </a:solidFill>
            </a:endParaRPr>
          </a:p>
          <a:p>
            <a:pPr indent="-308610" lvl="0" marL="457200" rtl="0" algn="l">
              <a:lnSpc>
                <a:spcPct val="115000"/>
              </a:lnSpc>
              <a:spcBef>
                <a:spcPts val="0"/>
              </a:spcBef>
              <a:spcAft>
                <a:spcPts val="0"/>
              </a:spcAft>
              <a:buClr>
                <a:schemeClr val="dk1"/>
              </a:buClr>
              <a:buSzPct val="100000"/>
              <a:buChar char="●"/>
            </a:pPr>
            <a:r>
              <a:rPr lang="fr-FR" sz="1800">
                <a:solidFill>
                  <a:schemeClr val="dk1"/>
                </a:solidFill>
              </a:rPr>
              <a:t>"War crimes in Mariupol"</a:t>
            </a:r>
            <a:br>
              <a:rPr lang="fr-FR" sz="1800">
                <a:solidFill>
                  <a:schemeClr val="dk1"/>
                </a:solidFill>
              </a:rPr>
            </a:br>
            <a:endParaRPr sz="1800">
              <a:solidFill>
                <a:schemeClr val="dk1"/>
              </a:solidFill>
            </a:endParaRPr>
          </a:p>
          <a:p>
            <a:pPr indent="0" lvl="0" marL="0" rtl="0" algn="l">
              <a:lnSpc>
                <a:spcPct val="115000"/>
              </a:lnSpc>
              <a:spcBef>
                <a:spcPts val="1200"/>
              </a:spcBef>
              <a:spcAft>
                <a:spcPts val="0"/>
              </a:spcAft>
              <a:buClr>
                <a:schemeClr val="dk1"/>
              </a:buClr>
              <a:buSzPct val="61111"/>
              <a:buFont typeface="Arial"/>
              <a:buNone/>
            </a:pPr>
            <a:r>
              <a:rPr b="1" lang="fr-FR" sz="1800">
                <a:solidFill>
                  <a:schemeClr val="dk1"/>
                </a:solidFill>
              </a:rPr>
              <a:t>Russia’s Perspective:</a:t>
            </a:r>
            <a:br>
              <a:rPr b="1" lang="fr-FR" sz="1800">
                <a:solidFill>
                  <a:schemeClr val="dk1"/>
                </a:solidFill>
              </a:rPr>
            </a:br>
            <a:endParaRPr b="1" sz="1800">
              <a:solidFill>
                <a:schemeClr val="dk1"/>
              </a:solidFill>
            </a:endParaRPr>
          </a:p>
          <a:p>
            <a:pPr indent="-308610" lvl="0" marL="457200" rtl="0" algn="l">
              <a:lnSpc>
                <a:spcPct val="115000"/>
              </a:lnSpc>
              <a:spcBef>
                <a:spcPts val="1200"/>
              </a:spcBef>
              <a:spcAft>
                <a:spcPts val="0"/>
              </a:spcAft>
              <a:buClr>
                <a:schemeClr val="dk1"/>
              </a:buClr>
              <a:buSzPct val="100000"/>
              <a:buChar char="●"/>
            </a:pPr>
            <a:r>
              <a:rPr lang="fr-FR" sz="1800">
                <a:solidFill>
                  <a:schemeClr val="dk1"/>
                </a:solidFill>
              </a:rPr>
              <a:t>"Crimea’s reunification with Russia"</a:t>
            </a:r>
            <a:br>
              <a:rPr lang="fr-FR" sz="1800">
                <a:solidFill>
                  <a:schemeClr val="dk1"/>
                </a:solidFill>
              </a:rPr>
            </a:br>
            <a:endParaRPr sz="1800">
              <a:solidFill>
                <a:schemeClr val="dk1"/>
              </a:solidFill>
            </a:endParaRPr>
          </a:p>
          <a:p>
            <a:pPr indent="-308610" lvl="0" marL="457200" rtl="0" algn="l">
              <a:lnSpc>
                <a:spcPct val="115000"/>
              </a:lnSpc>
              <a:spcBef>
                <a:spcPts val="0"/>
              </a:spcBef>
              <a:spcAft>
                <a:spcPts val="0"/>
              </a:spcAft>
              <a:buClr>
                <a:schemeClr val="dk1"/>
              </a:buClr>
              <a:buSzPct val="100000"/>
              <a:buChar char="●"/>
            </a:pPr>
            <a:r>
              <a:rPr lang="fr-FR" sz="1800">
                <a:solidFill>
                  <a:schemeClr val="dk1"/>
                </a:solidFill>
              </a:rPr>
              <a:t>"Legitimacy of annexation"</a:t>
            </a:r>
            <a:br>
              <a:rPr lang="fr-FR" sz="1800">
                <a:solidFill>
                  <a:schemeClr val="dk1"/>
                </a:solidFill>
              </a:rPr>
            </a:br>
            <a:endParaRPr sz="1800">
              <a:solidFill>
                <a:schemeClr val="dk1"/>
              </a:solidFill>
            </a:endParaRPr>
          </a:p>
          <a:p>
            <a:pPr indent="-308610" lvl="0" marL="457200" rtl="0" algn="l">
              <a:lnSpc>
                <a:spcPct val="115000"/>
              </a:lnSpc>
              <a:spcBef>
                <a:spcPts val="0"/>
              </a:spcBef>
              <a:spcAft>
                <a:spcPts val="0"/>
              </a:spcAft>
              <a:buClr>
                <a:schemeClr val="dk1"/>
              </a:buClr>
              <a:buSzPct val="100000"/>
              <a:buChar char="●"/>
            </a:pPr>
            <a:r>
              <a:rPr lang="fr-FR" sz="1800">
                <a:solidFill>
                  <a:schemeClr val="dk1"/>
                </a:solidFill>
              </a:rPr>
              <a:t>"Protection of Russian speakers"</a:t>
            </a:r>
            <a:br>
              <a:rPr lang="fr-FR" sz="1800">
                <a:solidFill>
                  <a:schemeClr val="dk1"/>
                </a:solidFill>
              </a:rPr>
            </a:br>
            <a:endParaRPr sz="1800">
              <a:solidFill>
                <a:schemeClr val="dk1"/>
              </a:solidFill>
            </a:endParaRPr>
          </a:p>
          <a:p>
            <a:pPr indent="-308610" lvl="0" marL="457200" rtl="0" algn="l">
              <a:lnSpc>
                <a:spcPct val="115000"/>
              </a:lnSpc>
              <a:spcBef>
                <a:spcPts val="0"/>
              </a:spcBef>
              <a:spcAft>
                <a:spcPts val="0"/>
              </a:spcAft>
              <a:buClr>
                <a:schemeClr val="dk1"/>
              </a:buClr>
              <a:buSzPct val="100000"/>
              <a:buChar char="●"/>
            </a:pPr>
            <a:r>
              <a:rPr lang="fr-FR" sz="1800">
                <a:solidFill>
                  <a:schemeClr val="dk1"/>
                </a:solidFill>
              </a:rPr>
              <a:t>"New Russian regions"</a:t>
            </a:r>
            <a:endParaRPr sz="1800">
              <a:solidFill>
                <a:schemeClr val="dk1"/>
              </a:solidFill>
            </a:endParaRPr>
          </a:p>
          <a:p>
            <a:pPr indent="0" lvl="0" marL="0" marR="0" rtl="0" algn="l">
              <a:lnSpc>
                <a:spcPct val="90000"/>
              </a:lnSpc>
              <a:spcBef>
                <a:spcPts val="1200"/>
              </a:spcBef>
              <a:spcAft>
                <a:spcPts val="0"/>
              </a:spcAft>
              <a:buNone/>
            </a:pPr>
            <a:r>
              <a:t/>
            </a:r>
            <a:endParaRPr sz="2800">
              <a:latin typeface="Calibri"/>
              <a:ea typeface="Calibri"/>
              <a:cs typeface="Calibri"/>
              <a:sym typeface="Calibri"/>
            </a:endParaRPr>
          </a:p>
        </p:txBody>
      </p:sp>
      <p:sp>
        <p:nvSpPr>
          <p:cNvPr id="368" name="Google Shape;368;p69"/>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t/>
            </a:r>
            <a:endParaRPr/>
          </a:p>
        </p:txBody>
      </p:sp>
      <p:sp>
        <p:nvSpPr>
          <p:cNvPr id="369" name="Google Shape;369;p69"/>
          <p:cNvSpPr txBox="1"/>
          <p:nvPr/>
        </p:nvSpPr>
        <p:spPr>
          <a:xfrm>
            <a:off x="0" y="636477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800">
                <a:solidFill>
                  <a:schemeClr val="dk1"/>
                </a:solidFill>
              </a:rPr>
              <a:t>4</a:t>
            </a:r>
            <a:r>
              <a:rPr lang="fr-FR" sz="1800">
                <a:solidFill>
                  <a:schemeClr val="dk1"/>
                </a:solidFill>
              </a:rPr>
              <a:t>/13</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70"/>
          <p:cNvSpPr txBox="1"/>
          <p:nvPr/>
        </p:nvSpPr>
        <p:spPr>
          <a:xfrm>
            <a:off x="838080" y="365040"/>
            <a:ext cx="10515600" cy="1325520"/>
          </a:xfrm>
          <a:prstGeom prst="rect">
            <a:avLst/>
          </a:prstGeom>
          <a:noFill/>
          <a:ln>
            <a:noFill/>
          </a:ln>
        </p:spPr>
        <p:txBody>
          <a:bodyPr anchorCtr="1" anchor="ctr" bIns="45700" lIns="91425" spcFirstLastPara="1" rIns="91425" wrap="square" tIns="45700">
            <a:normAutofit/>
          </a:bodyPr>
          <a:lstStyle/>
          <a:p>
            <a:pPr indent="0" lvl="0" marL="0" marR="0" rtl="0" algn="ctr">
              <a:lnSpc>
                <a:spcPct val="90000"/>
              </a:lnSpc>
              <a:spcBef>
                <a:spcPts val="0"/>
              </a:spcBef>
              <a:spcAft>
                <a:spcPts val="0"/>
              </a:spcAft>
              <a:buNone/>
            </a:pPr>
            <a:r>
              <a:rPr lang="fr-FR" sz="4400">
                <a:latin typeface="Calibri"/>
                <a:ea typeface="Calibri"/>
                <a:cs typeface="Calibri"/>
                <a:sym typeface="Calibri"/>
              </a:rPr>
              <a:t>Approach</a:t>
            </a:r>
            <a:endParaRPr b="0" i="0" sz="4400" u="none" cap="none" strike="noStrike">
              <a:latin typeface="Arial"/>
              <a:ea typeface="Arial"/>
              <a:cs typeface="Arial"/>
              <a:sym typeface="Arial"/>
            </a:endParaRPr>
          </a:p>
        </p:txBody>
      </p:sp>
      <p:sp>
        <p:nvSpPr>
          <p:cNvPr id="375" name="Google Shape;375;p70"/>
          <p:cNvSpPr txBox="1"/>
          <p:nvPr/>
        </p:nvSpPr>
        <p:spPr>
          <a:xfrm>
            <a:off x="838080" y="1825560"/>
            <a:ext cx="10515600" cy="435132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b="1" lang="fr-FR">
                <a:solidFill>
                  <a:schemeClr val="dk1"/>
                </a:solidFill>
              </a:rPr>
              <a:t>Data Acquisition:</a:t>
            </a:r>
            <a:endParaRPr b="1">
              <a:solidFill>
                <a:schemeClr val="dk1"/>
              </a:solidFill>
            </a:endParaRPr>
          </a:p>
          <a:p>
            <a:pPr indent="-317500" lvl="0" marL="457200" rtl="0" algn="l">
              <a:lnSpc>
                <a:spcPct val="115000"/>
              </a:lnSpc>
              <a:spcBef>
                <a:spcPts val="1200"/>
              </a:spcBef>
              <a:spcAft>
                <a:spcPts val="0"/>
              </a:spcAft>
              <a:buClr>
                <a:schemeClr val="dk1"/>
              </a:buClr>
              <a:buSzPts val="1400"/>
              <a:buChar char="●"/>
            </a:pPr>
            <a:r>
              <a:rPr lang="fr-FR">
                <a:solidFill>
                  <a:schemeClr val="dk1"/>
                </a:solidFill>
              </a:rPr>
              <a:t>Utilize the Wikimedia API to track Wikipedia revision histories in real time.</a:t>
            </a:r>
            <a:br>
              <a:rPr lang="fr-FR">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fr-FR">
                <a:solidFill>
                  <a:schemeClr val="dk1"/>
                </a:solidFill>
              </a:rPr>
              <a:t>Analyze Wikipedia Talk Pages to identify and understand underlying editorial disputes and biases.</a:t>
            </a:r>
            <a:br>
              <a:rPr lang="fr-FR">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fr-FR">
                <a:solidFill>
                  <a:schemeClr val="dk1"/>
                </a:solidFill>
              </a:rPr>
              <a:t>Dataset Construction &amp; Preprocessing:</a:t>
            </a:r>
            <a:endParaRPr b="1">
              <a:solidFill>
                <a:schemeClr val="dk1"/>
              </a:solidFill>
            </a:endParaRPr>
          </a:p>
          <a:p>
            <a:pPr indent="-317500" lvl="0" marL="457200" rtl="0" algn="l">
              <a:lnSpc>
                <a:spcPct val="115000"/>
              </a:lnSpc>
              <a:spcBef>
                <a:spcPts val="1200"/>
              </a:spcBef>
              <a:spcAft>
                <a:spcPts val="0"/>
              </a:spcAft>
              <a:buClr>
                <a:schemeClr val="dk1"/>
              </a:buClr>
              <a:buSzPts val="1400"/>
              <a:buChar char="●"/>
            </a:pPr>
            <a:r>
              <a:rPr lang="fr-FR">
                <a:solidFill>
                  <a:schemeClr val="dk1"/>
                </a:solidFill>
              </a:rPr>
              <a:t>systematically compare successive revisions and capture textual changes using difflib .</a:t>
            </a:r>
            <a:br>
              <a:rPr lang="fr-FR">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fr-FR">
                <a:solidFill>
                  <a:schemeClr val="dk1"/>
                </a:solidFill>
              </a:rPr>
              <a:t>Weaponisation Detection: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fr-FR">
                <a:solidFill>
                  <a:schemeClr val="dk1"/>
                </a:solidFill>
              </a:rPr>
              <a:t>Develop and use tailored prompts to guide large language models (LLMs) in detecting instances of weaponised language and framing.</a:t>
            </a:r>
            <a:br>
              <a:rPr lang="fr-FR" sz="1100">
                <a:solidFill>
                  <a:schemeClr val="dk1"/>
                </a:solidFill>
              </a:rPr>
            </a:br>
            <a:endParaRPr sz="1100">
              <a:solidFill>
                <a:schemeClr val="dk1"/>
              </a:solidFill>
            </a:endParaRPr>
          </a:p>
          <a:p>
            <a:pPr indent="0" lvl="0" marL="0" marR="0" rtl="0" algn="l">
              <a:lnSpc>
                <a:spcPct val="90000"/>
              </a:lnSpc>
              <a:spcBef>
                <a:spcPts val="1200"/>
              </a:spcBef>
              <a:spcAft>
                <a:spcPts val="0"/>
              </a:spcAft>
              <a:buNone/>
            </a:pPr>
            <a:r>
              <a:t/>
            </a:r>
            <a:endParaRPr sz="2800">
              <a:latin typeface="Calibri"/>
              <a:ea typeface="Calibri"/>
              <a:cs typeface="Calibri"/>
              <a:sym typeface="Calibri"/>
            </a:endParaRPr>
          </a:p>
        </p:txBody>
      </p:sp>
      <p:sp>
        <p:nvSpPr>
          <p:cNvPr id="376" name="Google Shape;376;p70"/>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t/>
            </a:r>
            <a:endParaRPr/>
          </a:p>
        </p:txBody>
      </p:sp>
      <p:sp>
        <p:nvSpPr>
          <p:cNvPr id="377" name="Google Shape;377;p70"/>
          <p:cNvSpPr txBox="1"/>
          <p:nvPr/>
        </p:nvSpPr>
        <p:spPr>
          <a:xfrm>
            <a:off x="0" y="636477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800">
                <a:solidFill>
                  <a:schemeClr val="dk1"/>
                </a:solidFill>
              </a:rPr>
              <a:t>5</a:t>
            </a:r>
            <a:r>
              <a:rPr lang="fr-FR" sz="1800">
                <a:solidFill>
                  <a:schemeClr val="dk1"/>
                </a:solidFill>
              </a:rPr>
              <a:t>/13</a:t>
            </a: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1" name="Shape 381"/>
        <p:cNvGrpSpPr/>
        <p:nvPr/>
      </p:nvGrpSpPr>
      <p:grpSpPr>
        <a:xfrm>
          <a:off x="0" y="0"/>
          <a:ext cx="0" cy="0"/>
          <a:chOff x="0" y="0"/>
          <a:chExt cx="0" cy="0"/>
        </a:xfrm>
      </p:grpSpPr>
      <p:sp>
        <p:nvSpPr>
          <p:cNvPr id="382" name="Google Shape;382;p71"/>
          <p:cNvSpPr txBox="1"/>
          <p:nvPr/>
        </p:nvSpPr>
        <p:spPr>
          <a:xfrm>
            <a:off x="838080" y="365040"/>
            <a:ext cx="10515600" cy="1325520"/>
          </a:xfrm>
          <a:prstGeom prst="rect">
            <a:avLst/>
          </a:prstGeom>
          <a:noFill/>
          <a:ln>
            <a:noFill/>
          </a:ln>
        </p:spPr>
        <p:txBody>
          <a:bodyPr anchorCtr="1" anchor="ctr" bIns="45700" lIns="91425" spcFirstLastPara="1" rIns="91425" wrap="square" tIns="45700">
            <a:normAutofit/>
          </a:bodyPr>
          <a:lstStyle/>
          <a:p>
            <a:pPr indent="0" lvl="0" marL="0" marR="0" rtl="0" algn="ctr">
              <a:lnSpc>
                <a:spcPct val="90000"/>
              </a:lnSpc>
              <a:spcBef>
                <a:spcPts val="0"/>
              </a:spcBef>
              <a:spcAft>
                <a:spcPts val="0"/>
              </a:spcAft>
              <a:buNone/>
            </a:pPr>
            <a:r>
              <a:rPr b="0" i="0" lang="fr-FR" sz="4400" u="none" cap="none" strike="noStrike">
                <a:solidFill>
                  <a:srgbClr val="000000"/>
                </a:solidFill>
                <a:latin typeface="Calibri"/>
                <a:ea typeface="Calibri"/>
                <a:cs typeface="Calibri"/>
                <a:sym typeface="Calibri"/>
              </a:rPr>
              <a:t>Data Collection and pr</a:t>
            </a:r>
            <a:r>
              <a:rPr lang="fr-FR" sz="4400">
                <a:latin typeface="Calibri"/>
                <a:ea typeface="Calibri"/>
                <a:cs typeface="Calibri"/>
                <a:sym typeface="Calibri"/>
              </a:rPr>
              <a:t>eprocessing</a:t>
            </a:r>
            <a:endParaRPr sz="4400">
              <a:latin typeface="Calibri"/>
              <a:ea typeface="Calibri"/>
              <a:cs typeface="Calibri"/>
              <a:sym typeface="Calibri"/>
            </a:endParaRPr>
          </a:p>
          <a:p>
            <a:pPr indent="0" lvl="0" marL="0" marR="0" rtl="0" algn="ctr">
              <a:lnSpc>
                <a:spcPct val="90000"/>
              </a:lnSpc>
              <a:spcBef>
                <a:spcPts val="0"/>
              </a:spcBef>
              <a:spcAft>
                <a:spcPts val="0"/>
              </a:spcAft>
              <a:buNone/>
            </a:pPr>
            <a:r>
              <a:t/>
            </a:r>
            <a:endParaRPr b="0" i="0" sz="4400" u="none" cap="none" strike="noStrike">
              <a:latin typeface="Arial"/>
              <a:ea typeface="Arial"/>
              <a:cs typeface="Arial"/>
              <a:sym typeface="Arial"/>
            </a:endParaRPr>
          </a:p>
        </p:txBody>
      </p:sp>
      <p:sp>
        <p:nvSpPr>
          <p:cNvPr id="383" name="Google Shape;383;p71"/>
          <p:cNvSpPr txBox="1"/>
          <p:nvPr/>
        </p:nvSpPr>
        <p:spPr>
          <a:xfrm>
            <a:off x="838080" y="1356535"/>
            <a:ext cx="10515600" cy="4351200"/>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1200"/>
              </a:spcBef>
              <a:spcAft>
                <a:spcPts val="0"/>
              </a:spcAft>
              <a:buSzPts val="770"/>
              <a:buNone/>
            </a:pPr>
            <a:r>
              <a:rPr b="1" lang="fr-FR">
                <a:solidFill>
                  <a:schemeClr val="dk1"/>
                </a:solidFill>
              </a:rPr>
              <a:t>Data Collection</a:t>
            </a:r>
            <a:endParaRPr b="1">
              <a:solidFill>
                <a:schemeClr val="dk1"/>
              </a:solidFill>
            </a:endParaRPr>
          </a:p>
          <a:p>
            <a:pPr indent="-317500" lvl="0" marL="457200" rtl="0" algn="l">
              <a:lnSpc>
                <a:spcPct val="95000"/>
              </a:lnSpc>
              <a:spcBef>
                <a:spcPts val="1200"/>
              </a:spcBef>
              <a:spcAft>
                <a:spcPts val="0"/>
              </a:spcAft>
              <a:buClr>
                <a:schemeClr val="dk1"/>
              </a:buClr>
              <a:buSzPts val="1400"/>
              <a:buChar char="●"/>
            </a:pPr>
            <a:r>
              <a:rPr b="1" lang="fr-FR">
                <a:solidFill>
                  <a:schemeClr val="dk1"/>
                </a:solidFill>
              </a:rPr>
              <a:t>Wikipedia Extraction &amp; Scraping:</a:t>
            </a:r>
            <a:br>
              <a:rPr b="1" lang="fr-FR">
                <a:solidFill>
                  <a:schemeClr val="dk1"/>
                </a:solidFill>
              </a:rPr>
            </a:br>
            <a:endParaRPr b="1">
              <a:solidFill>
                <a:schemeClr val="dk1"/>
              </a:solidFill>
            </a:endParaRPr>
          </a:p>
          <a:p>
            <a:pPr indent="-317500" lvl="1" marL="914400" rtl="0" algn="l">
              <a:lnSpc>
                <a:spcPct val="95000"/>
              </a:lnSpc>
              <a:spcBef>
                <a:spcPts val="0"/>
              </a:spcBef>
              <a:spcAft>
                <a:spcPts val="0"/>
              </a:spcAft>
              <a:buClr>
                <a:schemeClr val="dk1"/>
              </a:buClr>
              <a:buSzPts val="1400"/>
              <a:buChar char="○"/>
            </a:pPr>
            <a:r>
              <a:rPr lang="fr-FR">
                <a:solidFill>
                  <a:schemeClr val="dk1"/>
                </a:solidFill>
              </a:rPr>
              <a:t>Retrieve revision histories directly from Wikipedia using the Wikimedia API for real-time data.</a:t>
            </a:r>
            <a:br>
              <a:rPr lang="fr-FR">
                <a:solidFill>
                  <a:schemeClr val="dk1"/>
                </a:solidFill>
              </a:rPr>
            </a:br>
            <a:endParaRPr>
              <a:solidFill>
                <a:schemeClr val="dk1"/>
              </a:solidFill>
            </a:endParaRPr>
          </a:p>
          <a:p>
            <a:pPr indent="-317500" lvl="0" marL="457200" rtl="0" algn="l">
              <a:lnSpc>
                <a:spcPct val="95000"/>
              </a:lnSpc>
              <a:spcBef>
                <a:spcPts val="0"/>
              </a:spcBef>
              <a:spcAft>
                <a:spcPts val="0"/>
              </a:spcAft>
              <a:buClr>
                <a:schemeClr val="dk1"/>
              </a:buClr>
              <a:buSzPts val="1400"/>
              <a:buChar char="●"/>
            </a:pPr>
            <a:r>
              <a:rPr b="1" lang="fr-FR">
                <a:solidFill>
                  <a:schemeClr val="dk1"/>
                </a:solidFill>
              </a:rPr>
              <a:t>JSON Record Structure:</a:t>
            </a:r>
            <a:br>
              <a:rPr b="1" lang="fr-FR">
                <a:solidFill>
                  <a:schemeClr val="dk1"/>
                </a:solidFill>
              </a:rPr>
            </a:br>
            <a:endParaRPr b="1">
              <a:solidFill>
                <a:schemeClr val="dk1"/>
              </a:solidFill>
            </a:endParaRPr>
          </a:p>
          <a:p>
            <a:pPr indent="-317500" lvl="1" marL="914400" rtl="0" algn="l">
              <a:lnSpc>
                <a:spcPct val="95000"/>
              </a:lnSpc>
              <a:spcBef>
                <a:spcPts val="0"/>
              </a:spcBef>
              <a:spcAft>
                <a:spcPts val="0"/>
              </a:spcAft>
              <a:buClr>
                <a:schemeClr val="dk1"/>
              </a:buClr>
              <a:buSzPts val="1400"/>
              <a:buChar char="○"/>
            </a:pPr>
            <a:r>
              <a:rPr lang="fr-FR">
                <a:solidFill>
                  <a:schemeClr val="dk1"/>
                </a:solidFill>
              </a:rPr>
              <a:t>Each edit is stored in a JSON record containing key fields such as version (e.g., "diff"), timestamp, user, comment, and the diff of changes.</a:t>
            </a:r>
            <a:br>
              <a:rPr lang="fr-FR">
                <a:solidFill>
                  <a:schemeClr val="dk1"/>
                </a:solidFill>
              </a:rPr>
            </a:br>
            <a:endParaRPr>
              <a:solidFill>
                <a:schemeClr val="dk1"/>
              </a:solidFill>
            </a:endParaRPr>
          </a:p>
          <a:p>
            <a:pPr indent="-317500" lvl="1" marL="914400" rtl="0" algn="l">
              <a:lnSpc>
                <a:spcPct val="95000"/>
              </a:lnSpc>
              <a:spcBef>
                <a:spcPts val="0"/>
              </a:spcBef>
              <a:spcAft>
                <a:spcPts val="0"/>
              </a:spcAft>
              <a:buClr>
                <a:schemeClr val="dk1"/>
              </a:buClr>
              <a:buSzPts val="1400"/>
              <a:buChar char="○"/>
            </a:pPr>
            <a:r>
              <a:rPr i="1" lang="fr-FR">
                <a:solidFill>
                  <a:schemeClr val="dk1"/>
                </a:solidFill>
              </a:rPr>
              <a:t>Example:</a:t>
            </a:r>
            <a:br>
              <a:rPr i="1" lang="fr-FR">
                <a:solidFill>
                  <a:schemeClr val="dk1"/>
                </a:solidFill>
              </a:rPr>
            </a:br>
            <a:r>
              <a:rPr lang="fr-FR">
                <a:solidFill>
                  <a:schemeClr val="dk1"/>
                </a:solidFill>
              </a:rPr>
              <a:t> {"version": "diff",</a:t>
            </a:r>
            <a:br>
              <a:rPr lang="fr-FR">
                <a:solidFill>
                  <a:schemeClr val="dk1"/>
                </a:solidFill>
              </a:rPr>
            </a:br>
            <a:r>
              <a:rPr lang="fr-FR">
                <a:solidFill>
                  <a:schemeClr val="dk1"/>
                </a:solidFill>
              </a:rPr>
              <a:t> "Timestamp": "2024-10-12T03:49:02Z",</a:t>
            </a:r>
            <a:br>
              <a:rPr lang="fr-FR">
                <a:solidFill>
                  <a:schemeClr val="dk1"/>
                </a:solidFill>
              </a:rPr>
            </a:br>
            <a:r>
              <a:rPr lang="fr-FR">
                <a:solidFill>
                  <a:schemeClr val="dk1"/>
                </a:solidFill>
              </a:rPr>
              <a:t> "User": "88.119.161.23",</a:t>
            </a:r>
            <a:br>
              <a:rPr lang="fr-FR">
                <a:solidFill>
                  <a:schemeClr val="dk1"/>
                </a:solidFill>
              </a:rPr>
            </a:br>
            <a:r>
              <a:rPr lang="fr-FR">
                <a:solidFill>
                  <a:schemeClr val="dk1"/>
                </a:solidFill>
              </a:rPr>
              <a:t> "Comment": "/* Music */",</a:t>
            </a:r>
            <a:br>
              <a:rPr lang="fr-FR">
                <a:solidFill>
                  <a:schemeClr val="dk1"/>
                </a:solidFill>
              </a:rPr>
            </a:br>
            <a:r>
              <a:rPr lang="fr-FR">
                <a:solidFill>
                  <a:schemeClr val="dk1"/>
                </a:solidFill>
              </a:rPr>
              <a:t> "Diff": "--- \n+++ \n@@ -139,7 +139,7 @@\n Today in use there are two types of alphabet: ..."}</a:t>
            </a:r>
            <a:br>
              <a:rPr lang="fr-FR">
                <a:solidFill>
                  <a:schemeClr val="dk1"/>
                </a:solidFill>
              </a:rPr>
            </a:br>
            <a:endParaRPr>
              <a:solidFill>
                <a:schemeClr val="dk1"/>
              </a:solidFill>
            </a:endParaRPr>
          </a:p>
          <a:p>
            <a:pPr indent="-317500" lvl="0" marL="457200" rtl="0" algn="l">
              <a:lnSpc>
                <a:spcPct val="95000"/>
              </a:lnSpc>
              <a:spcBef>
                <a:spcPts val="0"/>
              </a:spcBef>
              <a:spcAft>
                <a:spcPts val="0"/>
              </a:spcAft>
              <a:buClr>
                <a:schemeClr val="dk1"/>
              </a:buClr>
              <a:buSzPts val="1400"/>
              <a:buChar char="●"/>
            </a:pPr>
            <a:r>
              <a:rPr b="1" lang="fr-FR">
                <a:solidFill>
                  <a:schemeClr val="dk1"/>
                </a:solidFill>
              </a:rPr>
              <a:t>Preprocessing:</a:t>
            </a:r>
            <a:br>
              <a:rPr b="1" lang="fr-FR">
                <a:solidFill>
                  <a:schemeClr val="dk1"/>
                </a:solidFill>
              </a:rPr>
            </a:br>
            <a:endParaRPr b="1">
              <a:solidFill>
                <a:schemeClr val="dk1"/>
              </a:solidFill>
            </a:endParaRPr>
          </a:p>
          <a:p>
            <a:pPr indent="-317500" lvl="1" marL="914400" rtl="0" algn="l">
              <a:lnSpc>
                <a:spcPct val="95000"/>
              </a:lnSpc>
              <a:spcBef>
                <a:spcPts val="0"/>
              </a:spcBef>
              <a:spcAft>
                <a:spcPts val="0"/>
              </a:spcAft>
              <a:buClr>
                <a:schemeClr val="dk1"/>
              </a:buClr>
              <a:buSzPts val="1400"/>
              <a:buChar char="○"/>
            </a:pPr>
            <a:r>
              <a:rPr lang="fr-FR">
                <a:solidFill>
                  <a:schemeClr val="dk1"/>
                </a:solidFill>
              </a:rPr>
              <a:t>Normalize timestamps and text formats for consistency.</a:t>
            </a:r>
            <a:br>
              <a:rPr lang="fr-FR">
                <a:solidFill>
                  <a:schemeClr val="dk1"/>
                </a:solidFill>
              </a:rPr>
            </a:br>
            <a:endParaRPr>
              <a:solidFill>
                <a:schemeClr val="dk1"/>
              </a:solidFill>
            </a:endParaRPr>
          </a:p>
          <a:p>
            <a:pPr indent="-317500" lvl="1" marL="914400" rtl="0" algn="l">
              <a:lnSpc>
                <a:spcPct val="95000"/>
              </a:lnSpc>
              <a:spcBef>
                <a:spcPts val="0"/>
              </a:spcBef>
              <a:spcAft>
                <a:spcPts val="0"/>
              </a:spcAft>
              <a:buClr>
                <a:schemeClr val="dk1"/>
              </a:buClr>
              <a:buSzPts val="1400"/>
              <a:buChar char="○"/>
            </a:pPr>
            <a:r>
              <a:rPr lang="fr-FR">
                <a:solidFill>
                  <a:schemeClr val="dk1"/>
                </a:solidFill>
              </a:rPr>
              <a:t>Use difflib to compare successive revisions, isolating textual changes</a:t>
            </a:r>
            <a:endParaRPr/>
          </a:p>
        </p:txBody>
      </p:sp>
      <p:sp>
        <p:nvSpPr>
          <p:cNvPr id="384" name="Google Shape;384;p71"/>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t/>
            </a:r>
            <a:endParaRPr/>
          </a:p>
        </p:txBody>
      </p:sp>
      <p:sp>
        <p:nvSpPr>
          <p:cNvPr id="385" name="Google Shape;385;p71"/>
          <p:cNvSpPr txBox="1"/>
          <p:nvPr/>
        </p:nvSpPr>
        <p:spPr>
          <a:xfrm>
            <a:off x="0" y="636477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800">
                <a:solidFill>
                  <a:schemeClr val="dk1"/>
                </a:solidFill>
              </a:rPr>
              <a:t>6</a:t>
            </a:r>
            <a:r>
              <a:rPr lang="fr-FR" sz="1800">
                <a:solidFill>
                  <a:schemeClr val="dk1"/>
                </a:solidFill>
              </a:rPr>
              <a:t>/13</a:t>
            </a:r>
            <a:endParaRPr sz="1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9" name="Shape 389"/>
        <p:cNvGrpSpPr/>
        <p:nvPr/>
      </p:nvGrpSpPr>
      <p:grpSpPr>
        <a:xfrm>
          <a:off x="0" y="0"/>
          <a:ext cx="0" cy="0"/>
          <a:chOff x="0" y="0"/>
          <a:chExt cx="0" cy="0"/>
        </a:xfrm>
      </p:grpSpPr>
      <p:sp>
        <p:nvSpPr>
          <p:cNvPr id="390" name="Google Shape;390;p72"/>
          <p:cNvSpPr txBox="1"/>
          <p:nvPr/>
        </p:nvSpPr>
        <p:spPr>
          <a:xfrm>
            <a:off x="838205" y="225590"/>
            <a:ext cx="10515600" cy="1325400"/>
          </a:xfrm>
          <a:prstGeom prst="rect">
            <a:avLst/>
          </a:prstGeom>
          <a:noFill/>
          <a:ln>
            <a:noFill/>
          </a:ln>
        </p:spPr>
        <p:txBody>
          <a:bodyPr anchorCtr="1" anchor="ctr" bIns="45700" lIns="91425" spcFirstLastPara="1" rIns="91425" wrap="square" tIns="45700">
            <a:normAutofit/>
          </a:bodyPr>
          <a:lstStyle/>
          <a:p>
            <a:pPr indent="0" lvl="0" marL="0" marR="0" rtl="0" algn="ctr">
              <a:lnSpc>
                <a:spcPct val="90000"/>
              </a:lnSpc>
              <a:spcBef>
                <a:spcPts val="0"/>
              </a:spcBef>
              <a:spcAft>
                <a:spcPts val="0"/>
              </a:spcAft>
              <a:buNone/>
            </a:pPr>
            <a:r>
              <a:rPr b="0" i="0" lang="fr-FR" sz="4400" u="none" cap="none" strike="noStrike">
                <a:solidFill>
                  <a:srgbClr val="000000"/>
                </a:solidFill>
                <a:latin typeface="Calibri"/>
                <a:ea typeface="Calibri"/>
                <a:cs typeface="Calibri"/>
                <a:sym typeface="Calibri"/>
              </a:rPr>
              <a:t>LLM</a:t>
            </a:r>
            <a:r>
              <a:rPr lang="fr-FR" sz="4400">
                <a:latin typeface="Calibri"/>
                <a:ea typeface="Calibri"/>
                <a:cs typeface="Calibri"/>
                <a:sym typeface="Calibri"/>
              </a:rPr>
              <a:t> Prompting</a:t>
            </a:r>
            <a:endParaRPr b="0" i="0" sz="4400" u="none" cap="none" strike="noStrike">
              <a:latin typeface="Arial"/>
              <a:ea typeface="Arial"/>
              <a:cs typeface="Arial"/>
              <a:sym typeface="Arial"/>
            </a:endParaRPr>
          </a:p>
        </p:txBody>
      </p:sp>
      <p:sp>
        <p:nvSpPr>
          <p:cNvPr id="391" name="Google Shape;391;p72"/>
          <p:cNvSpPr txBox="1"/>
          <p:nvPr/>
        </p:nvSpPr>
        <p:spPr>
          <a:xfrm>
            <a:off x="838200" y="1470598"/>
            <a:ext cx="10515600" cy="50325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1001"/>
              </a:spcBef>
              <a:spcAft>
                <a:spcPts val="0"/>
              </a:spcAft>
              <a:buClr>
                <a:schemeClr val="dk1"/>
              </a:buClr>
              <a:buSzPct val="68750"/>
              <a:buFont typeface="Arial"/>
              <a:buNone/>
            </a:pPr>
            <a:r>
              <a:rPr b="1" lang="fr-FR" sz="1600">
                <a:solidFill>
                  <a:schemeClr val="dk1"/>
                </a:solidFill>
              </a:rPr>
              <a:t>Role Assignment:</a:t>
            </a:r>
            <a:br>
              <a:rPr b="1" lang="fr-FR" sz="1600">
                <a:solidFill>
                  <a:schemeClr val="dk1"/>
                </a:solidFill>
              </a:rPr>
            </a:br>
            <a:endParaRPr b="1" sz="1600">
              <a:solidFill>
                <a:schemeClr val="dk1"/>
              </a:solidFill>
            </a:endParaRPr>
          </a:p>
          <a:p>
            <a:pPr indent="-314960" lvl="0" marL="457200" rtl="0" algn="l">
              <a:lnSpc>
                <a:spcPct val="115000"/>
              </a:lnSpc>
              <a:spcBef>
                <a:spcPts val="1200"/>
              </a:spcBef>
              <a:spcAft>
                <a:spcPts val="0"/>
              </a:spcAft>
              <a:buClr>
                <a:schemeClr val="dk1"/>
              </a:buClr>
              <a:buSzPct val="100000"/>
              <a:buChar char="●"/>
            </a:pPr>
            <a:r>
              <a:rPr lang="fr-FR" sz="1600">
                <a:solidFill>
                  <a:schemeClr val="dk1"/>
                </a:solidFill>
              </a:rPr>
              <a:t>The prompt instructs the model to act as an expert linguistic analysis assistant specialized in detecting subtle language shifts used to weaponize cultural heritage.</a:t>
            </a:r>
            <a:br>
              <a:rPr lang="fr-FR" sz="1600">
                <a:solidFill>
                  <a:schemeClr val="dk1"/>
                </a:solidFill>
              </a:rPr>
            </a:br>
            <a:endParaRPr sz="1600">
              <a:solidFill>
                <a:schemeClr val="dk1"/>
              </a:solidFill>
            </a:endParaRPr>
          </a:p>
          <a:p>
            <a:pPr indent="0" lvl="0" marL="0" rtl="0" algn="l">
              <a:lnSpc>
                <a:spcPct val="115000"/>
              </a:lnSpc>
              <a:spcBef>
                <a:spcPts val="1200"/>
              </a:spcBef>
              <a:spcAft>
                <a:spcPts val="0"/>
              </a:spcAft>
              <a:buClr>
                <a:schemeClr val="dk1"/>
              </a:buClr>
              <a:buSzPct val="68750"/>
              <a:buFont typeface="Arial"/>
              <a:buNone/>
            </a:pPr>
            <a:r>
              <a:rPr b="1" lang="fr-FR" sz="1600">
                <a:solidFill>
                  <a:schemeClr val="dk1"/>
                </a:solidFill>
              </a:rPr>
              <a:t>Directive Instructions:</a:t>
            </a:r>
            <a:br>
              <a:rPr b="1" lang="fr-FR" sz="1600">
                <a:solidFill>
                  <a:schemeClr val="dk1"/>
                </a:solidFill>
              </a:rPr>
            </a:br>
            <a:endParaRPr b="1" sz="1600">
              <a:solidFill>
                <a:schemeClr val="dk1"/>
              </a:solidFill>
            </a:endParaRPr>
          </a:p>
          <a:p>
            <a:pPr indent="-314960" lvl="0" marL="457200" rtl="0" algn="l">
              <a:lnSpc>
                <a:spcPct val="115000"/>
              </a:lnSpc>
              <a:spcBef>
                <a:spcPts val="1200"/>
              </a:spcBef>
              <a:spcAft>
                <a:spcPts val="0"/>
              </a:spcAft>
              <a:buClr>
                <a:schemeClr val="dk1"/>
              </a:buClr>
              <a:buSzPct val="100000"/>
              <a:buChar char="●"/>
            </a:pPr>
            <a:r>
              <a:rPr lang="fr-FR" sz="1600">
                <a:solidFill>
                  <a:schemeClr val="dk1"/>
                </a:solidFill>
              </a:rPr>
              <a:t>It explicitly directs the model to focus on key fields ("Diff", "Comment", "User") for revisions and treat original texts as baseline.</a:t>
            </a:r>
            <a:br>
              <a:rPr lang="fr-FR" sz="1600">
                <a:solidFill>
                  <a:schemeClr val="dk1"/>
                </a:solidFill>
              </a:rPr>
            </a:br>
            <a:endParaRPr sz="1600">
              <a:solidFill>
                <a:schemeClr val="dk1"/>
              </a:solidFill>
            </a:endParaRPr>
          </a:p>
          <a:p>
            <a:pPr indent="0" lvl="0" marL="0" rtl="0" algn="l">
              <a:lnSpc>
                <a:spcPct val="115000"/>
              </a:lnSpc>
              <a:spcBef>
                <a:spcPts val="1200"/>
              </a:spcBef>
              <a:spcAft>
                <a:spcPts val="0"/>
              </a:spcAft>
              <a:buClr>
                <a:schemeClr val="dk1"/>
              </a:buClr>
              <a:buSzPct val="68750"/>
              <a:buFont typeface="Arial"/>
              <a:buNone/>
            </a:pPr>
            <a:r>
              <a:rPr b="1" lang="fr-FR" sz="1600">
                <a:solidFill>
                  <a:schemeClr val="dk1"/>
                </a:solidFill>
              </a:rPr>
              <a:t>Indicator Extraction:</a:t>
            </a:r>
            <a:br>
              <a:rPr b="1" lang="fr-FR" sz="1600">
                <a:solidFill>
                  <a:schemeClr val="dk1"/>
                </a:solidFill>
              </a:rPr>
            </a:br>
            <a:endParaRPr b="1" sz="1600">
              <a:solidFill>
                <a:schemeClr val="dk1"/>
              </a:solidFill>
            </a:endParaRPr>
          </a:p>
          <a:p>
            <a:pPr indent="-314960" lvl="0" marL="457200" rtl="0" algn="l">
              <a:lnSpc>
                <a:spcPct val="115000"/>
              </a:lnSpc>
              <a:spcBef>
                <a:spcPts val="1200"/>
              </a:spcBef>
              <a:spcAft>
                <a:spcPts val="0"/>
              </a:spcAft>
              <a:buClr>
                <a:schemeClr val="dk1"/>
              </a:buClr>
              <a:buSzPct val="100000"/>
              <a:buChar char="●"/>
            </a:pPr>
            <a:r>
              <a:rPr lang="fr-FR" sz="1600">
                <a:solidFill>
                  <a:schemeClr val="dk1"/>
                </a:solidFill>
              </a:rPr>
              <a:t>The prompt provides examples of weaponisation terms from both Ukraine’s and Russia’s perspectives, guiding the model on what to look for.</a:t>
            </a:r>
            <a:br>
              <a:rPr lang="fr-FR" sz="1600">
                <a:solidFill>
                  <a:schemeClr val="dk1"/>
                </a:solidFill>
              </a:rPr>
            </a:br>
            <a:endParaRPr sz="1600">
              <a:solidFill>
                <a:schemeClr val="dk1"/>
              </a:solidFill>
            </a:endParaRPr>
          </a:p>
          <a:p>
            <a:pPr indent="0" lvl="0" marL="0" rtl="0" algn="l">
              <a:lnSpc>
                <a:spcPct val="115000"/>
              </a:lnSpc>
              <a:spcBef>
                <a:spcPts val="1200"/>
              </a:spcBef>
              <a:spcAft>
                <a:spcPts val="0"/>
              </a:spcAft>
              <a:buClr>
                <a:schemeClr val="dk1"/>
              </a:buClr>
              <a:buSzPct val="68750"/>
              <a:buFont typeface="Arial"/>
              <a:buNone/>
            </a:pPr>
            <a:r>
              <a:rPr b="1" lang="fr-FR" sz="1600">
                <a:solidFill>
                  <a:schemeClr val="dk1"/>
                </a:solidFill>
              </a:rPr>
              <a:t>Binary Classification:</a:t>
            </a:r>
            <a:br>
              <a:rPr b="1" lang="fr-FR" sz="1600">
                <a:solidFill>
                  <a:schemeClr val="dk1"/>
                </a:solidFill>
              </a:rPr>
            </a:br>
            <a:endParaRPr b="1" sz="1600">
              <a:solidFill>
                <a:schemeClr val="dk1"/>
              </a:solidFill>
            </a:endParaRPr>
          </a:p>
          <a:p>
            <a:pPr indent="-314960" lvl="0" marL="457200" rtl="0" algn="l">
              <a:lnSpc>
                <a:spcPct val="115000"/>
              </a:lnSpc>
              <a:spcBef>
                <a:spcPts val="1200"/>
              </a:spcBef>
              <a:spcAft>
                <a:spcPts val="0"/>
              </a:spcAft>
              <a:buClr>
                <a:schemeClr val="dk1"/>
              </a:buClr>
              <a:buSzPct val="100000"/>
              <a:buChar char="●"/>
            </a:pPr>
            <a:r>
              <a:rPr lang="fr-FR" sz="1600">
                <a:solidFill>
                  <a:schemeClr val="dk1"/>
                </a:solidFill>
              </a:rPr>
              <a:t>It asks the model to output a clear judgment—either "Weaponised" or "Not Weaponised"—with a brief explanation citing linguistic indicators, resulting in a coarse-grained classification.</a:t>
            </a:r>
            <a:endParaRPr sz="1600">
              <a:solidFill>
                <a:schemeClr val="dk1"/>
              </a:solidFill>
            </a:endParaRPr>
          </a:p>
          <a:p>
            <a:pPr indent="0" lvl="0" marL="457200" marR="0" rtl="0" algn="l">
              <a:lnSpc>
                <a:spcPct val="90000"/>
              </a:lnSpc>
              <a:spcBef>
                <a:spcPts val="1200"/>
              </a:spcBef>
              <a:spcAft>
                <a:spcPts val="0"/>
              </a:spcAft>
              <a:buNone/>
            </a:pPr>
            <a:r>
              <a:t/>
            </a:r>
            <a:endParaRPr sz="2800">
              <a:latin typeface="Calibri"/>
              <a:ea typeface="Calibri"/>
              <a:cs typeface="Calibri"/>
              <a:sym typeface="Calibri"/>
            </a:endParaRPr>
          </a:p>
        </p:txBody>
      </p:sp>
      <p:sp>
        <p:nvSpPr>
          <p:cNvPr id="392" name="Google Shape;392;p72"/>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t/>
            </a:r>
            <a:endParaRPr/>
          </a:p>
        </p:txBody>
      </p:sp>
      <p:sp>
        <p:nvSpPr>
          <p:cNvPr id="393" name="Google Shape;393;p72"/>
          <p:cNvSpPr txBox="1"/>
          <p:nvPr/>
        </p:nvSpPr>
        <p:spPr>
          <a:xfrm>
            <a:off x="0" y="636477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800">
                <a:solidFill>
                  <a:schemeClr val="dk1"/>
                </a:solidFill>
              </a:rPr>
              <a:t>7</a:t>
            </a:r>
            <a:r>
              <a:rPr lang="fr-FR" sz="1800">
                <a:solidFill>
                  <a:schemeClr val="dk1"/>
                </a:solidFill>
              </a:rPr>
              <a:t>/13</a:t>
            </a:r>
            <a:endParaRPr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73"/>
          <p:cNvSpPr txBox="1"/>
          <p:nvPr>
            <p:ph type="title"/>
          </p:nvPr>
        </p:nvSpPr>
        <p:spPr>
          <a:xfrm>
            <a:off x="838205" y="136865"/>
            <a:ext cx="10515600" cy="1325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fr-FR"/>
              <a:t>                                                                      </a:t>
            </a:r>
            <a:r>
              <a:rPr lang="fr-FR" sz="4400"/>
              <a:t>Prompt</a:t>
            </a:r>
            <a:endParaRPr sz="4400"/>
          </a:p>
        </p:txBody>
      </p:sp>
      <p:sp>
        <p:nvSpPr>
          <p:cNvPr id="399" name="Google Shape;399;p73"/>
          <p:cNvSpPr txBox="1"/>
          <p:nvPr>
            <p:ph idx="1" type="body"/>
          </p:nvPr>
        </p:nvSpPr>
        <p:spPr>
          <a:xfrm>
            <a:off x="609470" y="1604533"/>
            <a:ext cx="11052900" cy="4760100"/>
          </a:xfrm>
          <a:prstGeom prst="rect">
            <a:avLst/>
          </a:prstGeom>
        </p:spPr>
        <p:txBody>
          <a:bodyPr anchorCtr="0" anchor="t" bIns="0" lIns="0" spcFirstLastPara="1" rIns="0" wrap="square" tIns="0">
            <a:noAutofit/>
          </a:bodyPr>
          <a:lstStyle/>
          <a:p>
            <a:pPr indent="-317500" lvl="0" marL="457200" rtl="0" algn="l">
              <a:lnSpc>
                <a:spcPct val="115000"/>
              </a:lnSpc>
              <a:spcBef>
                <a:spcPts val="1200"/>
              </a:spcBef>
              <a:spcAft>
                <a:spcPts val="0"/>
              </a:spcAft>
              <a:buClr>
                <a:schemeClr val="dk1"/>
              </a:buClr>
              <a:buSzPts val="1400"/>
              <a:buChar char="●"/>
            </a:pPr>
            <a:r>
              <a:rPr b="1" lang="fr-FR" sz="1400">
                <a:solidFill>
                  <a:schemeClr val="dk1"/>
                </a:solidFill>
              </a:rPr>
              <a:t>Role:</a:t>
            </a:r>
            <a:r>
              <a:rPr lang="fr-FR" sz="1400">
                <a:solidFill>
                  <a:schemeClr val="dk1"/>
                </a:solidFill>
              </a:rPr>
              <a:t> Act as an expert linguistic analysis assistant focused on detecting subtle shifts in language used to weaponize cultural heritage.</a:t>
            </a:r>
            <a:br>
              <a:rPr lang="fr-FR" sz="1400">
                <a:solidFill>
                  <a:schemeClr val="dk1"/>
                </a:solidFill>
              </a:rPr>
            </a:b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b="1" lang="fr-FR" sz="1400">
                <a:solidFill>
                  <a:schemeClr val="dk1"/>
                </a:solidFill>
              </a:rPr>
              <a:t>Input:</a:t>
            </a:r>
            <a:r>
              <a:rPr lang="fr-FR" sz="1400">
                <a:solidFill>
                  <a:schemeClr val="dk1"/>
                </a:solidFill>
              </a:rPr>
              <a:t> A JSON record of a Wikipedia article revision (including diff, timestamp, user, and comment).</a:t>
            </a:r>
            <a:br>
              <a:rPr lang="fr-FR" sz="1400">
                <a:solidFill>
                  <a:schemeClr val="dk1"/>
                </a:solidFill>
              </a:rPr>
            </a:b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b="1" lang="fr-FR" sz="1400">
                <a:solidFill>
                  <a:schemeClr val="dk1"/>
                </a:solidFill>
              </a:rPr>
              <a:t>Instructions:</a:t>
            </a:r>
            <a:br>
              <a:rPr b="1" lang="fr-FR" sz="1400">
                <a:solidFill>
                  <a:schemeClr val="dk1"/>
                </a:solidFill>
              </a:rPr>
            </a:br>
            <a:endParaRPr b="1" sz="1400">
              <a:solidFill>
                <a:schemeClr val="dk1"/>
              </a:solidFill>
            </a:endParaRPr>
          </a:p>
          <a:p>
            <a:pPr indent="-317500" lvl="1" marL="914400" rtl="0" algn="l">
              <a:lnSpc>
                <a:spcPct val="115000"/>
              </a:lnSpc>
              <a:spcBef>
                <a:spcPts val="0"/>
              </a:spcBef>
              <a:spcAft>
                <a:spcPts val="0"/>
              </a:spcAft>
              <a:buClr>
                <a:schemeClr val="dk1"/>
              </a:buClr>
              <a:buSzPts val="1400"/>
              <a:buChar char="○"/>
            </a:pPr>
            <a:r>
              <a:rPr lang="fr-FR" sz="1400">
                <a:solidFill>
                  <a:schemeClr val="dk1"/>
                </a:solidFill>
              </a:rPr>
              <a:t>For revisions, analyze the diff along with comment and user context; for original versions, use as baseline.</a:t>
            </a:r>
            <a:br>
              <a:rPr lang="fr-FR" sz="1400">
                <a:solidFill>
                  <a:schemeClr val="dk1"/>
                </a:solidFill>
              </a:rPr>
            </a:br>
            <a:endParaRPr sz="1400">
              <a:solidFill>
                <a:schemeClr val="dk1"/>
              </a:solidFill>
            </a:endParaRPr>
          </a:p>
          <a:p>
            <a:pPr indent="-317500" lvl="1" marL="914400" rtl="0" algn="l">
              <a:lnSpc>
                <a:spcPct val="115000"/>
              </a:lnSpc>
              <a:spcBef>
                <a:spcPts val="0"/>
              </a:spcBef>
              <a:spcAft>
                <a:spcPts val="0"/>
              </a:spcAft>
              <a:buClr>
                <a:schemeClr val="dk1"/>
              </a:buClr>
              <a:buSzPts val="1400"/>
              <a:buChar char="○"/>
            </a:pPr>
            <a:r>
              <a:rPr lang="fr-FR" sz="1400">
                <a:solidFill>
                  <a:schemeClr val="dk1"/>
                </a:solidFill>
              </a:rPr>
              <a:t>Identify indicators such as loaded language, bias, and political rhetoric.</a:t>
            </a:r>
            <a:br>
              <a:rPr lang="fr-FR" sz="1400">
                <a:solidFill>
                  <a:schemeClr val="dk1"/>
                </a:solidFill>
              </a:rPr>
            </a:b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b="1" lang="fr-FR" sz="1400">
                <a:solidFill>
                  <a:schemeClr val="dk1"/>
                </a:solidFill>
              </a:rPr>
              <a:t>Examples:</a:t>
            </a:r>
            <a:br>
              <a:rPr b="1" lang="fr-FR" sz="1400">
                <a:solidFill>
                  <a:schemeClr val="dk1"/>
                </a:solidFill>
              </a:rPr>
            </a:br>
            <a:endParaRPr b="1" sz="1400">
              <a:solidFill>
                <a:schemeClr val="dk1"/>
              </a:solidFill>
            </a:endParaRPr>
          </a:p>
          <a:p>
            <a:pPr indent="-317500" lvl="1" marL="914400" rtl="0" algn="l">
              <a:lnSpc>
                <a:spcPct val="115000"/>
              </a:lnSpc>
              <a:spcBef>
                <a:spcPts val="0"/>
              </a:spcBef>
              <a:spcAft>
                <a:spcPts val="0"/>
              </a:spcAft>
              <a:buClr>
                <a:schemeClr val="dk1"/>
              </a:buClr>
              <a:buSzPts val="1400"/>
              <a:buChar char="○"/>
            </a:pPr>
            <a:r>
              <a:rPr i="1" lang="fr-FR" sz="1400">
                <a:solidFill>
                  <a:schemeClr val="dk1"/>
                </a:solidFill>
              </a:rPr>
              <a:t>Ukraine’s Perspective:</a:t>
            </a:r>
            <a:r>
              <a:rPr lang="fr-FR" sz="1400">
                <a:solidFill>
                  <a:schemeClr val="dk1"/>
                </a:solidFill>
              </a:rPr>
              <a:t> “Russian occupation of Crimea”, “War crimes in Mariupol”.</a:t>
            </a:r>
            <a:br>
              <a:rPr lang="fr-FR" sz="1400">
                <a:solidFill>
                  <a:schemeClr val="dk1"/>
                </a:solidFill>
              </a:rPr>
            </a:br>
            <a:endParaRPr sz="1400">
              <a:solidFill>
                <a:schemeClr val="dk1"/>
              </a:solidFill>
            </a:endParaRPr>
          </a:p>
          <a:p>
            <a:pPr indent="-317500" lvl="1" marL="914400" rtl="0" algn="l">
              <a:lnSpc>
                <a:spcPct val="115000"/>
              </a:lnSpc>
              <a:spcBef>
                <a:spcPts val="0"/>
              </a:spcBef>
              <a:spcAft>
                <a:spcPts val="0"/>
              </a:spcAft>
              <a:buClr>
                <a:schemeClr val="dk1"/>
              </a:buClr>
              <a:buSzPts val="1400"/>
              <a:buChar char="○"/>
            </a:pPr>
            <a:r>
              <a:rPr i="1" lang="fr-FR" sz="1400">
                <a:solidFill>
                  <a:schemeClr val="dk1"/>
                </a:solidFill>
              </a:rPr>
              <a:t>Russia’s Perspective:</a:t>
            </a:r>
            <a:r>
              <a:rPr lang="fr-FR" sz="1400">
                <a:solidFill>
                  <a:schemeClr val="dk1"/>
                </a:solidFill>
              </a:rPr>
              <a:t> “Crimea’s reunification with Russia”, “Protection of Russian speakers”.</a:t>
            </a:r>
            <a:br>
              <a:rPr lang="fr-FR" sz="1400">
                <a:solidFill>
                  <a:schemeClr val="dk1"/>
                </a:solidFill>
              </a:rPr>
            </a:b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b="1" lang="fr-FR" sz="1400">
                <a:solidFill>
                  <a:schemeClr val="dk1"/>
                </a:solidFill>
              </a:rPr>
              <a:t>Output:</a:t>
            </a:r>
            <a:r>
              <a:rPr lang="fr-FR" sz="1400">
                <a:solidFill>
                  <a:schemeClr val="dk1"/>
                </a:solidFill>
              </a:rPr>
              <a:t> Provide a clear judgment ("Weaponised" or "Not Weaponised") with a brief explanation citing key linguistic indicators.</a:t>
            </a:r>
            <a:br>
              <a:rPr lang="fr-FR" sz="1400">
                <a:solidFill>
                  <a:schemeClr val="dk1"/>
                </a:solidFill>
              </a:rPr>
            </a:br>
            <a:endParaRPr sz="1400">
              <a:solidFill>
                <a:schemeClr val="dk1"/>
              </a:solidFill>
            </a:endParaRPr>
          </a:p>
          <a:p>
            <a:pPr indent="0" lvl="0" marL="0" rtl="0" algn="l">
              <a:spcBef>
                <a:spcPts val="1200"/>
              </a:spcBef>
              <a:spcAft>
                <a:spcPts val="0"/>
              </a:spcAft>
              <a:buNone/>
            </a:pPr>
            <a:r>
              <a:t/>
            </a:r>
            <a:endParaRPr sz="1400"/>
          </a:p>
        </p:txBody>
      </p:sp>
      <p:sp>
        <p:nvSpPr>
          <p:cNvPr id="400" name="Google Shape;400;p73"/>
          <p:cNvSpPr txBox="1"/>
          <p:nvPr>
            <p:ph idx="2" type="body"/>
          </p:nvPr>
        </p:nvSpPr>
        <p:spPr>
          <a:xfrm>
            <a:off x="8412335" y="1858045"/>
            <a:ext cx="5354400" cy="1896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sp>
        <p:nvSpPr>
          <p:cNvPr id="401" name="Google Shape;401;p73"/>
          <p:cNvSpPr txBox="1"/>
          <p:nvPr>
            <p:ph idx="3" type="body"/>
          </p:nvPr>
        </p:nvSpPr>
        <p:spPr>
          <a:xfrm>
            <a:off x="8798505" y="3682080"/>
            <a:ext cx="5354400" cy="1896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sp>
        <p:nvSpPr>
          <p:cNvPr id="402" name="Google Shape;402;p73"/>
          <p:cNvSpPr txBox="1"/>
          <p:nvPr>
            <p:ph idx="4" type="body"/>
          </p:nvPr>
        </p:nvSpPr>
        <p:spPr>
          <a:xfrm>
            <a:off x="10884235" y="4150730"/>
            <a:ext cx="5354400" cy="1896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sp>
        <p:nvSpPr>
          <p:cNvPr id="403" name="Google Shape;403;p73"/>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73"/>
          <p:cNvSpPr txBox="1"/>
          <p:nvPr/>
        </p:nvSpPr>
        <p:spPr>
          <a:xfrm>
            <a:off x="0" y="636477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800">
                <a:solidFill>
                  <a:schemeClr val="dk1"/>
                </a:solidFill>
              </a:rPr>
              <a:t>8/13</a:t>
            </a:r>
            <a:endParaRPr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8" name="Shape 408"/>
        <p:cNvGrpSpPr/>
        <p:nvPr/>
      </p:nvGrpSpPr>
      <p:grpSpPr>
        <a:xfrm>
          <a:off x="0" y="0"/>
          <a:ext cx="0" cy="0"/>
          <a:chOff x="0" y="0"/>
          <a:chExt cx="0" cy="0"/>
        </a:xfrm>
      </p:grpSpPr>
      <p:sp>
        <p:nvSpPr>
          <p:cNvPr id="409" name="Google Shape;409;p74"/>
          <p:cNvSpPr txBox="1"/>
          <p:nvPr/>
        </p:nvSpPr>
        <p:spPr>
          <a:xfrm>
            <a:off x="838080" y="711360"/>
            <a:ext cx="10515600" cy="546552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0000"/>
              </a:buClr>
              <a:buSzPts val="1700"/>
              <a:buFont typeface="Arial"/>
              <a:buChar char="•"/>
            </a:pPr>
            <a:r>
              <a:rPr b="0" i="0" lang="fr-FR" sz="1700" u="none" cap="none" strike="noStrike">
                <a:solidFill>
                  <a:srgbClr val="000000"/>
                </a:solidFill>
                <a:latin typeface="Calibri"/>
                <a:ea typeface="Calibri"/>
                <a:cs typeface="Calibri"/>
                <a:sym typeface="Calibri"/>
              </a:rPr>
              <a:t>Record 8268 (Version: diff):</a:t>
            </a:r>
            <a:endParaRPr b="0" i="0" sz="1700" u="none" cap="none" strike="noStrike">
              <a:latin typeface="Arial"/>
              <a:ea typeface="Arial"/>
              <a:cs typeface="Arial"/>
              <a:sym typeface="Arial"/>
            </a:endParaRPr>
          </a:p>
          <a:p>
            <a:pPr indent="-228600" lvl="0" marL="228600" marR="0" rtl="0" algn="l">
              <a:lnSpc>
                <a:spcPct val="90000"/>
              </a:lnSpc>
              <a:spcBef>
                <a:spcPts val="1001"/>
              </a:spcBef>
              <a:spcAft>
                <a:spcPts val="0"/>
              </a:spcAft>
              <a:buClr>
                <a:srgbClr val="000000"/>
              </a:buClr>
              <a:buSzPts val="1700"/>
              <a:buFont typeface="Arial"/>
              <a:buChar char="•"/>
            </a:pPr>
            <a:r>
              <a:rPr b="0" i="0" lang="fr-FR" sz="1700" u="none" cap="none" strike="noStrike">
                <a:solidFill>
                  <a:srgbClr val="000000"/>
                </a:solidFill>
                <a:latin typeface="Calibri"/>
                <a:ea typeface="Calibri"/>
                <a:cs typeface="Calibri"/>
                <a:sym typeface="Calibri"/>
              </a:rPr>
              <a:t>**Judgment: Weaponised**</a:t>
            </a:r>
            <a:endParaRPr b="0" i="0" sz="1700" u="none" cap="none" strike="noStrike">
              <a:latin typeface="Arial"/>
              <a:ea typeface="Arial"/>
              <a:cs typeface="Arial"/>
              <a:sym typeface="Arial"/>
            </a:endParaRPr>
          </a:p>
          <a:p>
            <a:pPr indent="-228600" lvl="0" marL="228600" marR="0" rtl="0" algn="l">
              <a:lnSpc>
                <a:spcPct val="90000"/>
              </a:lnSpc>
              <a:spcBef>
                <a:spcPts val="1001"/>
              </a:spcBef>
              <a:spcAft>
                <a:spcPts val="0"/>
              </a:spcAft>
              <a:buClr>
                <a:srgbClr val="000000"/>
              </a:buClr>
              <a:buSzPts val="1700"/>
              <a:buFont typeface="Arial"/>
              <a:buChar char="•"/>
            </a:pPr>
            <a:r>
              <a:rPr b="0" i="0" lang="fr-FR" sz="1700" u="none" cap="none" strike="noStrike">
                <a:solidFill>
                  <a:srgbClr val="000000"/>
                </a:solidFill>
                <a:latin typeface="Calibri"/>
                <a:ea typeface="Calibri"/>
                <a:cs typeface="Calibri"/>
                <a:sym typeface="Calibri"/>
              </a:rPr>
              <a:t>**Explanation:**</a:t>
            </a:r>
            <a:endParaRPr b="0" i="0" sz="1700" u="none" cap="none" strike="noStrike">
              <a:latin typeface="Arial"/>
              <a:ea typeface="Arial"/>
              <a:cs typeface="Arial"/>
              <a:sym typeface="Arial"/>
            </a:endParaRPr>
          </a:p>
          <a:p>
            <a:pPr indent="-228600" lvl="0" marL="228600" marR="0" rtl="0" algn="l">
              <a:lnSpc>
                <a:spcPct val="90000"/>
              </a:lnSpc>
              <a:spcBef>
                <a:spcPts val="1001"/>
              </a:spcBef>
              <a:spcAft>
                <a:spcPts val="0"/>
              </a:spcAft>
              <a:buClr>
                <a:srgbClr val="000000"/>
              </a:buClr>
              <a:buSzPts val="1700"/>
              <a:buFont typeface="Lora"/>
              <a:buChar char="•"/>
            </a:pPr>
            <a:r>
              <a:rPr i="0" lang="fr-FR" sz="1700" u="none" cap="none" strike="noStrike">
                <a:solidFill>
                  <a:srgbClr val="000000"/>
                </a:solidFill>
                <a:latin typeface="Lora"/>
                <a:ea typeface="Lora"/>
                <a:cs typeface="Lora"/>
                <a:sym typeface="Lora"/>
              </a:rPr>
              <a:t>The revision made by the user "FadelAliKuznetsov" involves the removal of a line stating that the famine's impact "persists to this day." The comment indicates that this line was removed due to a perceived lack of proof. This action reflects a subtle shift in the narrative surrounding the Holodomor, which is a sensitive topic tied to Ukrainian cultural heritage and identity.</a:t>
            </a:r>
            <a:endParaRPr i="0" sz="1700" u="none" cap="none" strike="noStrike">
              <a:latin typeface="Lora"/>
              <a:ea typeface="Lora"/>
              <a:cs typeface="Lora"/>
              <a:sym typeface="Lora"/>
            </a:endParaRPr>
          </a:p>
          <a:p>
            <a:pPr indent="-228600" lvl="0" marL="228600" marR="0" rtl="0" algn="l">
              <a:lnSpc>
                <a:spcPct val="90000"/>
              </a:lnSpc>
              <a:spcBef>
                <a:spcPts val="1001"/>
              </a:spcBef>
              <a:spcAft>
                <a:spcPts val="0"/>
              </a:spcAft>
              <a:buClr>
                <a:srgbClr val="000000"/>
              </a:buClr>
              <a:buSzPts val="1700"/>
              <a:buFont typeface="Lora"/>
              <a:buChar char="•"/>
            </a:pPr>
            <a:r>
              <a:rPr i="0" lang="fr-FR" sz="1700" u="none" cap="none" strike="noStrike">
                <a:solidFill>
                  <a:srgbClr val="000000"/>
                </a:solidFill>
                <a:latin typeface="Lora"/>
                <a:ea typeface="Lora"/>
                <a:cs typeface="Lora"/>
                <a:sym typeface="Lora"/>
              </a:rPr>
              <a:t>The removal of this line can be interpreted as an attempt to downplay the ongoing effects of the Holodomor on Ukraine, which could serve to diminish the historical significance of the event in the context of Ukrainian nationalism and cultural memory. By questioning the validity of the statement regarding the famine's lasting impact, the revision aligns with narratives that may seek to undermine the recognition of the Holodomor as a genocide against Ukrainians, a point of contention in the broader discourse surrounding Ukrainian-Russian relations.</a:t>
            </a:r>
            <a:endParaRPr i="0" sz="1700" u="none" cap="none" strike="noStrike">
              <a:latin typeface="Lora"/>
              <a:ea typeface="Lora"/>
              <a:cs typeface="Lora"/>
              <a:sym typeface="Lora"/>
            </a:endParaRPr>
          </a:p>
          <a:p>
            <a:pPr indent="-228600" lvl="0" marL="228600" marR="0" rtl="0" algn="l">
              <a:lnSpc>
                <a:spcPct val="90000"/>
              </a:lnSpc>
              <a:spcBef>
                <a:spcPts val="1001"/>
              </a:spcBef>
              <a:spcAft>
                <a:spcPts val="0"/>
              </a:spcAft>
              <a:buClr>
                <a:srgbClr val="000000"/>
              </a:buClr>
              <a:buSzPts val="1700"/>
              <a:buFont typeface="Lora"/>
              <a:buChar char="•"/>
            </a:pPr>
            <a:r>
              <a:rPr i="0" lang="fr-FR" sz="1700" u="none" cap="none" strike="noStrike">
                <a:solidFill>
                  <a:srgbClr val="000000"/>
                </a:solidFill>
                <a:latin typeface="Lora"/>
                <a:ea typeface="Lora"/>
                <a:cs typeface="Lora"/>
                <a:sym typeface="Lora"/>
              </a:rPr>
              <a:t>The language used in the comment ("due to no proof") suggests a dismissive tone towards the historical consequences of the famine, which can be seen as an effort to reframe the narrative in a way that may benefit a particular political agenda. This aligns with the weaponization of cultural heritage, where historical events are manipulated to serve contemporary political narratives.</a:t>
            </a:r>
            <a:endParaRPr b="0" i="0" sz="2800" u="none" cap="none" strike="noStrike">
              <a:latin typeface="Arial"/>
              <a:ea typeface="Arial"/>
              <a:cs typeface="Arial"/>
              <a:sym typeface="Arial"/>
            </a:endParaRPr>
          </a:p>
        </p:txBody>
      </p:sp>
      <p:sp>
        <p:nvSpPr>
          <p:cNvPr id="410" name="Google Shape;410;p74"/>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74"/>
          <p:cNvSpPr txBox="1"/>
          <p:nvPr/>
        </p:nvSpPr>
        <p:spPr>
          <a:xfrm>
            <a:off x="0" y="636477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800">
                <a:solidFill>
                  <a:schemeClr val="dk1"/>
                </a:solidFill>
              </a:rPr>
              <a:t>9</a:t>
            </a:r>
            <a:r>
              <a:rPr lang="fr-FR" sz="1800">
                <a:solidFill>
                  <a:schemeClr val="dk1"/>
                </a:solidFill>
              </a:rPr>
              <a:t>/13</a:t>
            </a:r>
            <a:endParaRPr sz="1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5" name="Shape 415"/>
        <p:cNvGrpSpPr/>
        <p:nvPr/>
      </p:nvGrpSpPr>
      <p:grpSpPr>
        <a:xfrm>
          <a:off x="0" y="0"/>
          <a:ext cx="0" cy="0"/>
          <a:chOff x="0" y="0"/>
          <a:chExt cx="0" cy="0"/>
        </a:xfrm>
      </p:grpSpPr>
      <p:sp>
        <p:nvSpPr>
          <p:cNvPr id="416" name="Google Shape;416;p75"/>
          <p:cNvSpPr txBox="1"/>
          <p:nvPr/>
        </p:nvSpPr>
        <p:spPr>
          <a:xfrm>
            <a:off x="838080" y="2520"/>
            <a:ext cx="10515600" cy="1325520"/>
          </a:xfrm>
          <a:prstGeom prst="rect">
            <a:avLst/>
          </a:prstGeom>
          <a:noFill/>
          <a:ln>
            <a:noFill/>
          </a:ln>
        </p:spPr>
        <p:txBody>
          <a:bodyPr anchorCtr="1" anchor="ctr" bIns="45700" lIns="91425" spcFirstLastPara="1" rIns="91425" wrap="square" tIns="45700">
            <a:normAutofit/>
          </a:bodyPr>
          <a:lstStyle/>
          <a:p>
            <a:pPr indent="0" lvl="0" marL="0" marR="0" rtl="0" algn="ctr">
              <a:lnSpc>
                <a:spcPct val="90000"/>
              </a:lnSpc>
              <a:spcBef>
                <a:spcPts val="0"/>
              </a:spcBef>
              <a:spcAft>
                <a:spcPts val="0"/>
              </a:spcAft>
              <a:buNone/>
            </a:pPr>
            <a:r>
              <a:rPr lang="fr-FR" sz="4400">
                <a:latin typeface="Calibri"/>
                <a:ea typeface="Calibri"/>
                <a:cs typeface="Calibri"/>
                <a:sym typeface="Calibri"/>
              </a:rPr>
              <a:t>Raw </a:t>
            </a:r>
            <a:r>
              <a:rPr b="0" i="0" lang="fr-FR" sz="4400" u="none" cap="none" strike="noStrike">
                <a:solidFill>
                  <a:srgbClr val="000000"/>
                </a:solidFill>
                <a:latin typeface="Calibri"/>
                <a:ea typeface="Calibri"/>
                <a:cs typeface="Calibri"/>
                <a:sym typeface="Calibri"/>
              </a:rPr>
              <a:t>Results (unvalidated)</a:t>
            </a:r>
            <a:endParaRPr b="0" i="0" sz="4400" u="none" cap="none" strike="noStrike">
              <a:latin typeface="Arial"/>
              <a:ea typeface="Arial"/>
              <a:cs typeface="Arial"/>
              <a:sym typeface="Arial"/>
            </a:endParaRPr>
          </a:p>
        </p:txBody>
      </p:sp>
      <p:pic>
        <p:nvPicPr>
          <p:cNvPr descr="Une image contenant texte, capture d’écran, Police, nombre&#10;&#10;Le contenu généré par l’IA peut être incorrect." id="417" name="Google Shape;417;p75"/>
          <p:cNvPicPr preferRelativeResize="0"/>
          <p:nvPr/>
        </p:nvPicPr>
        <p:blipFill rotWithShape="1">
          <a:blip r:embed="rId3">
            <a:alphaModFix/>
          </a:blip>
          <a:srcRect b="0" l="0" r="0" t="0"/>
          <a:stretch/>
        </p:blipFill>
        <p:spPr>
          <a:xfrm>
            <a:off x="2233800" y="1337400"/>
            <a:ext cx="7731720" cy="4528800"/>
          </a:xfrm>
          <a:prstGeom prst="rect">
            <a:avLst/>
          </a:prstGeom>
          <a:noFill/>
          <a:ln>
            <a:noFill/>
          </a:ln>
        </p:spPr>
      </p:pic>
      <p:sp>
        <p:nvSpPr>
          <p:cNvPr id="418" name="Google Shape;418;p75"/>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t/>
            </a:r>
            <a:endParaRPr/>
          </a:p>
        </p:txBody>
      </p:sp>
      <p:sp>
        <p:nvSpPr>
          <p:cNvPr id="419" name="Google Shape;419;p75"/>
          <p:cNvSpPr txBox="1"/>
          <p:nvPr/>
        </p:nvSpPr>
        <p:spPr>
          <a:xfrm>
            <a:off x="0" y="636477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800">
                <a:solidFill>
                  <a:schemeClr val="dk1"/>
                </a:solidFill>
              </a:rPr>
              <a:t>10/13</a:t>
            </a:r>
            <a:endParaRPr sz="18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3" name="Shape 423"/>
        <p:cNvGrpSpPr/>
        <p:nvPr/>
      </p:nvGrpSpPr>
      <p:grpSpPr>
        <a:xfrm>
          <a:off x="0" y="0"/>
          <a:ext cx="0" cy="0"/>
          <a:chOff x="0" y="0"/>
          <a:chExt cx="0" cy="0"/>
        </a:xfrm>
      </p:grpSpPr>
      <p:sp>
        <p:nvSpPr>
          <p:cNvPr id="424" name="Google Shape;424;p76"/>
          <p:cNvSpPr txBox="1"/>
          <p:nvPr/>
        </p:nvSpPr>
        <p:spPr>
          <a:xfrm>
            <a:off x="838080" y="365040"/>
            <a:ext cx="10515600" cy="132552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pic>
        <p:nvPicPr>
          <p:cNvPr descr="Une image contenant texte, capture d’écran, diagramme, Police&#10;&#10;Le contenu généré par l’IA peut être incorrect." id="425" name="Google Shape;425;p76"/>
          <p:cNvPicPr preferRelativeResize="0"/>
          <p:nvPr/>
        </p:nvPicPr>
        <p:blipFill rotWithShape="1">
          <a:blip r:embed="rId3">
            <a:alphaModFix/>
          </a:blip>
          <a:srcRect b="0" l="0" r="0" t="0"/>
          <a:stretch/>
        </p:blipFill>
        <p:spPr>
          <a:xfrm>
            <a:off x="1918800" y="1429760"/>
            <a:ext cx="8354161" cy="4751639"/>
          </a:xfrm>
          <a:prstGeom prst="rect">
            <a:avLst/>
          </a:prstGeom>
          <a:noFill/>
          <a:ln>
            <a:noFill/>
          </a:ln>
        </p:spPr>
      </p:pic>
      <p:sp>
        <p:nvSpPr>
          <p:cNvPr id="426" name="Google Shape;426;p76"/>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t/>
            </a:r>
            <a:endParaRPr/>
          </a:p>
        </p:txBody>
      </p:sp>
      <p:sp>
        <p:nvSpPr>
          <p:cNvPr id="427" name="Google Shape;427;p76"/>
          <p:cNvSpPr txBox="1"/>
          <p:nvPr/>
        </p:nvSpPr>
        <p:spPr>
          <a:xfrm>
            <a:off x="0" y="636477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800">
                <a:solidFill>
                  <a:schemeClr val="dk1"/>
                </a:solidFill>
              </a:rPr>
              <a:t>11/13</a:t>
            </a:r>
            <a:endParaRPr sz="18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1" name="Shape 431"/>
        <p:cNvGrpSpPr/>
        <p:nvPr/>
      </p:nvGrpSpPr>
      <p:grpSpPr>
        <a:xfrm>
          <a:off x="0" y="0"/>
          <a:ext cx="0" cy="0"/>
          <a:chOff x="0" y="0"/>
          <a:chExt cx="0" cy="0"/>
        </a:xfrm>
      </p:grpSpPr>
      <p:sp>
        <p:nvSpPr>
          <p:cNvPr id="432" name="Google Shape;432;p77"/>
          <p:cNvSpPr txBox="1"/>
          <p:nvPr/>
        </p:nvSpPr>
        <p:spPr>
          <a:xfrm>
            <a:off x="838080" y="365040"/>
            <a:ext cx="10515600" cy="132552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pic>
        <p:nvPicPr>
          <p:cNvPr descr="Une image contenant texte, capture d’écran, Police, diagramme&#10;&#10;Le contenu généré par l’IA peut être incorrect." id="433" name="Google Shape;433;p77"/>
          <p:cNvPicPr preferRelativeResize="0"/>
          <p:nvPr/>
        </p:nvPicPr>
        <p:blipFill rotWithShape="1">
          <a:blip r:embed="rId3">
            <a:alphaModFix/>
          </a:blip>
          <a:srcRect b="0" l="0" r="0" t="0"/>
          <a:stretch/>
        </p:blipFill>
        <p:spPr>
          <a:xfrm>
            <a:off x="2032500" y="1432510"/>
            <a:ext cx="8126999" cy="4503960"/>
          </a:xfrm>
          <a:prstGeom prst="rect">
            <a:avLst/>
          </a:prstGeom>
          <a:noFill/>
          <a:ln>
            <a:noFill/>
          </a:ln>
        </p:spPr>
      </p:pic>
      <p:sp>
        <p:nvSpPr>
          <p:cNvPr id="434" name="Google Shape;434;p77"/>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t/>
            </a:r>
            <a:endParaRPr/>
          </a:p>
        </p:txBody>
      </p:sp>
      <p:sp>
        <p:nvSpPr>
          <p:cNvPr id="435" name="Google Shape;435;p77"/>
          <p:cNvSpPr txBox="1"/>
          <p:nvPr/>
        </p:nvSpPr>
        <p:spPr>
          <a:xfrm>
            <a:off x="0" y="636477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800">
                <a:solidFill>
                  <a:schemeClr val="dk1"/>
                </a:solidFill>
              </a:rPr>
              <a:t>12/13</a:t>
            </a:r>
            <a:endParaRPr sz="1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78"/>
          <p:cNvSpPr txBox="1"/>
          <p:nvPr>
            <p:ph type="title"/>
          </p:nvPr>
        </p:nvSpPr>
        <p:spPr>
          <a:xfrm>
            <a:off x="838200" y="174898"/>
            <a:ext cx="10515600" cy="10608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b="1" lang="fr-FR" sz="2100"/>
              <a:t>Next Steps</a:t>
            </a:r>
            <a:endParaRPr b="1" sz="2100"/>
          </a:p>
        </p:txBody>
      </p:sp>
      <p:sp>
        <p:nvSpPr>
          <p:cNvPr id="441" name="Google Shape;441;p78"/>
          <p:cNvSpPr txBox="1"/>
          <p:nvPr>
            <p:ph idx="1" type="body"/>
          </p:nvPr>
        </p:nvSpPr>
        <p:spPr>
          <a:xfrm>
            <a:off x="584845" y="1425858"/>
            <a:ext cx="11022300" cy="4827600"/>
          </a:xfrm>
          <a:prstGeom prst="rect">
            <a:avLst/>
          </a:prstGeom>
        </p:spPr>
        <p:txBody>
          <a:bodyPr anchorCtr="0" anchor="t" bIns="0" lIns="0" spcFirstLastPara="1" rIns="0" wrap="square" tIns="0">
            <a:noAutofit/>
          </a:bodyPr>
          <a:lstStyle/>
          <a:p>
            <a:pPr indent="-228600" lvl="0" marL="457200" rtl="0" algn="l">
              <a:spcBef>
                <a:spcPts val="0"/>
              </a:spcBef>
              <a:spcAft>
                <a:spcPts val="0"/>
              </a:spcAft>
              <a:buNone/>
            </a:pPr>
            <a:r>
              <a:rPr b="1" lang="fr-FR" sz="1400">
                <a:solidFill>
                  <a:schemeClr val="dk1"/>
                </a:solidFill>
              </a:rPr>
              <a:t>Expand Data Collection:</a:t>
            </a:r>
            <a:br>
              <a:rPr b="1" lang="fr-FR" sz="1400">
                <a:solidFill>
                  <a:schemeClr val="dk1"/>
                </a:solidFill>
              </a:rPr>
            </a:br>
            <a:endParaRPr b="1" sz="1400">
              <a:solidFill>
                <a:schemeClr val="dk1"/>
              </a:solidFill>
            </a:endParaRPr>
          </a:p>
          <a:p>
            <a:pPr indent="-317500" lvl="0" marL="457200" rtl="0" algn="l">
              <a:lnSpc>
                <a:spcPct val="115000"/>
              </a:lnSpc>
              <a:spcBef>
                <a:spcPts val="1200"/>
              </a:spcBef>
              <a:spcAft>
                <a:spcPts val="0"/>
              </a:spcAft>
              <a:buClr>
                <a:schemeClr val="dk1"/>
              </a:buClr>
              <a:buSzPts val="1400"/>
              <a:buChar char="●"/>
            </a:pPr>
            <a:r>
              <a:rPr lang="fr-FR" sz="1400">
                <a:solidFill>
                  <a:schemeClr val="dk1"/>
                </a:solidFill>
              </a:rPr>
              <a:t>Incorporate additional Wikipedia pages, Talk pages, and external sources to enrich the dataset.</a:t>
            </a:r>
            <a:br>
              <a:rPr lang="fr-FR" sz="1400">
                <a:solidFill>
                  <a:schemeClr val="dk1"/>
                </a:solidFill>
              </a:rPr>
            </a:b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fr-FR" sz="1400">
                <a:solidFill>
                  <a:schemeClr val="dk1"/>
                </a:solidFill>
              </a:rPr>
              <a:t>Increase the diversity and volume of edits for more robust analysis.</a:t>
            </a:r>
            <a:br>
              <a:rPr lang="fr-FR" sz="1400">
                <a:solidFill>
                  <a:schemeClr val="dk1"/>
                </a:solidFill>
              </a:rPr>
            </a:br>
            <a:endParaRPr sz="1400">
              <a:solidFill>
                <a:schemeClr val="dk1"/>
              </a:solidFill>
            </a:endParaRPr>
          </a:p>
          <a:p>
            <a:pPr indent="0" lvl="0" marL="0" rtl="0" algn="l">
              <a:lnSpc>
                <a:spcPct val="115000"/>
              </a:lnSpc>
              <a:spcBef>
                <a:spcPts val="1200"/>
              </a:spcBef>
              <a:spcAft>
                <a:spcPts val="0"/>
              </a:spcAft>
              <a:buNone/>
            </a:pPr>
            <a:r>
              <a:rPr b="1" lang="fr-FR" sz="1400">
                <a:solidFill>
                  <a:schemeClr val="dk1"/>
                </a:solidFill>
              </a:rPr>
              <a:t>Manual Annotation:</a:t>
            </a:r>
            <a:br>
              <a:rPr b="1" lang="fr-FR" sz="1400">
                <a:solidFill>
                  <a:schemeClr val="dk1"/>
                </a:solidFill>
              </a:rPr>
            </a:br>
            <a:endParaRPr b="1" sz="1400">
              <a:solidFill>
                <a:schemeClr val="dk1"/>
              </a:solidFill>
            </a:endParaRPr>
          </a:p>
          <a:p>
            <a:pPr indent="-317500" lvl="0" marL="457200" rtl="0" algn="l">
              <a:lnSpc>
                <a:spcPct val="115000"/>
              </a:lnSpc>
              <a:spcBef>
                <a:spcPts val="1200"/>
              </a:spcBef>
              <a:spcAft>
                <a:spcPts val="0"/>
              </a:spcAft>
              <a:buClr>
                <a:schemeClr val="dk1"/>
              </a:buClr>
              <a:buSzPts val="1400"/>
              <a:buChar char="●"/>
            </a:pPr>
            <a:r>
              <a:rPr lang="fr-FR" sz="1400">
                <a:solidFill>
                  <a:schemeClr val="dk1"/>
                </a:solidFill>
              </a:rPr>
              <a:t>Employ th</a:t>
            </a:r>
            <a:r>
              <a:rPr lang="fr-FR" sz="1400">
                <a:solidFill>
                  <a:schemeClr val="dk1"/>
                </a:solidFill>
              </a:rPr>
              <a:t>ree annotators</a:t>
            </a:r>
            <a:r>
              <a:rPr lang="fr-FR" sz="1400">
                <a:solidFill>
                  <a:schemeClr val="dk1"/>
                </a:solidFill>
              </a:rPr>
              <a:t> to manually label edits for fine-grained classification.</a:t>
            </a:r>
            <a:endParaRPr sz="1400">
              <a:solidFill>
                <a:schemeClr val="dk1"/>
              </a:solidFill>
            </a:endParaRPr>
          </a:p>
          <a:p>
            <a:pPr indent="0" lvl="0" marL="457200" rtl="0" algn="l">
              <a:lnSpc>
                <a:spcPct val="115000"/>
              </a:lnSpc>
              <a:spcBef>
                <a:spcPts val="1200"/>
              </a:spcBef>
              <a:spcAft>
                <a:spcPts val="0"/>
              </a:spcAft>
              <a:buNone/>
            </a:pPr>
            <a:r>
              <a:t/>
            </a:r>
            <a:endParaRPr sz="1400">
              <a:solidFill>
                <a:schemeClr val="dk1"/>
              </a:solidFill>
            </a:endParaRPr>
          </a:p>
          <a:p>
            <a:pPr indent="0" lvl="0" marL="0" rtl="0" algn="l">
              <a:lnSpc>
                <a:spcPct val="115000"/>
              </a:lnSpc>
              <a:spcBef>
                <a:spcPts val="1200"/>
              </a:spcBef>
              <a:spcAft>
                <a:spcPts val="0"/>
              </a:spcAft>
              <a:buNone/>
            </a:pPr>
            <a:r>
              <a:rPr b="1" lang="fr-FR" sz="1400">
                <a:solidFill>
                  <a:schemeClr val="dk1"/>
                </a:solidFill>
              </a:rPr>
              <a:t>Develop Fine-Grained Classification:</a:t>
            </a:r>
            <a:br>
              <a:rPr b="1" lang="fr-FR" sz="1400">
                <a:solidFill>
                  <a:schemeClr val="dk1"/>
                </a:solidFill>
              </a:rPr>
            </a:br>
            <a:endParaRPr b="1" sz="1400">
              <a:solidFill>
                <a:schemeClr val="dk1"/>
              </a:solidFill>
            </a:endParaRPr>
          </a:p>
          <a:p>
            <a:pPr indent="-317500" lvl="0" marL="457200" rtl="0" algn="l">
              <a:lnSpc>
                <a:spcPct val="115000"/>
              </a:lnSpc>
              <a:spcBef>
                <a:spcPts val="1200"/>
              </a:spcBef>
              <a:spcAft>
                <a:spcPts val="0"/>
              </a:spcAft>
              <a:buClr>
                <a:schemeClr val="dk1"/>
              </a:buClr>
              <a:buSzPts val="1400"/>
              <a:buChar char="●"/>
            </a:pPr>
            <a:r>
              <a:rPr lang="fr-FR" sz="1400">
                <a:solidFill>
                  <a:schemeClr val="dk1"/>
                </a:solidFill>
              </a:rPr>
              <a:t>Move beyond binary labels by defining multiple weaponisation levels or categories.</a:t>
            </a:r>
            <a:br>
              <a:rPr lang="fr-FR" sz="1400">
                <a:solidFill>
                  <a:schemeClr val="dk1"/>
                </a:solidFill>
              </a:rPr>
            </a:b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fr-FR" sz="1400">
                <a:solidFill>
                  <a:schemeClr val="dk1"/>
                </a:solidFill>
              </a:rPr>
              <a:t>Identify nuanced indicators such as sentiment shifts, tone changes, and content omission</a:t>
            </a:r>
            <a:endParaRPr sz="1400"/>
          </a:p>
        </p:txBody>
      </p:sp>
      <p:sp>
        <p:nvSpPr>
          <p:cNvPr id="442" name="Google Shape;442;p78"/>
          <p:cNvSpPr txBox="1"/>
          <p:nvPr/>
        </p:nvSpPr>
        <p:spPr>
          <a:xfrm>
            <a:off x="0" y="636477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800">
                <a:solidFill>
                  <a:schemeClr val="dk1"/>
                </a:solidFill>
              </a:rPr>
              <a:t>13/13</a:t>
            </a:r>
            <a:endParaRPr sz="18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